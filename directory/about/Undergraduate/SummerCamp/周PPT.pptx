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14"/>
  </p:notesMasterIdLst>
  <p:handoutMasterIdLst>
    <p:handoutMasterId r:id="rId15"/>
  </p:handoutMasterIdLst>
  <p:sldIdLst>
    <p:sldId id="276" r:id="rId2"/>
    <p:sldId id="316" r:id="rId3"/>
    <p:sldId id="306" r:id="rId4"/>
    <p:sldId id="317" r:id="rId5"/>
    <p:sldId id="319" r:id="rId6"/>
    <p:sldId id="318" r:id="rId7"/>
    <p:sldId id="320" r:id="rId8"/>
    <p:sldId id="322" r:id="rId9"/>
    <p:sldId id="324" r:id="rId10"/>
    <p:sldId id="323" r:id="rId11"/>
    <p:sldId id="325" r:id="rId12"/>
    <p:sldId id="304" r:id="rId13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70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4A88"/>
    <a:srgbClr val="0043C8"/>
    <a:srgbClr val="FF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7FDECE-FE58-48A9-BA50-CD8F9DA298DF}" v="2882" dt="2024-07-18T08:11:57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03" autoAdjust="0"/>
    <p:restoredTop sz="92131" autoAdjust="0"/>
  </p:normalViewPr>
  <p:slideViewPr>
    <p:cSldViewPr>
      <p:cViewPr varScale="1">
        <p:scale>
          <a:sx n="79" d="100"/>
          <a:sy n="79" d="100"/>
        </p:scale>
        <p:origin x="230" y="77"/>
      </p:cViewPr>
      <p:guideLst>
        <p:guide orient="horz" pos="2251"/>
        <p:guide pos="37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奇 周" userId="81ef359ddaddc9d8" providerId="LiveId" clId="{D440C572-698E-49C8-A665-551E14B044C4}"/>
    <pc:docChg chg="undo redo custSel delSld modSld">
      <pc:chgData name="奇 周" userId="81ef359ddaddc9d8" providerId="LiveId" clId="{D440C572-698E-49C8-A665-551E14B044C4}" dt="2024-06-06T05:14:49.081" v="3769" actId="20577"/>
      <pc:docMkLst>
        <pc:docMk/>
      </pc:docMkLst>
      <pc:sldChg chg="modSp mod">
        <pc:chgData name="奇 周" userId="81ef359ddaddc9d8" providerId="LiveId" clId="{D440C572-698E-49C8-A665-551E14B044C4}" dt="2024-06-06T03:30:36.345" v="146" actId="1076"/>
        <pc:sldMkLst>
          <pc:docMk/>
          <pc:sldMk cId="127529411" sldId="276"/>
        </pc:sldMkLst>
        <pc:spChg chg="mod">
          <ac:chgData name="奇 周" userId="81ef359ddaddc9d8" providerId="LiveId" clId="{D440C572-698E-49C8-A665-551E14B044C4}" dt="2024-06-06T03:30:36.345" v="146" actId="1076"/>
          <ac:spMkLst>
            <pc:docMk/>
            <pc:sldMk cId="127529411" sldId="276"/>
            <ac:spMk id="2" creationId="{00000000-0000-0000-0000-000000000000}"/>
          </ac:spMkLst>
        </pc:spChg>
        <pc:graphicFrameChg chg="mod modGraphic">
          <ac:chgData name="奇 周" userId="81ef359ddaddc9d8" providerId="LiveId" clId="{D440C572-698E-49C8-A665-551E14B044C4}" dt="2024-06-06T03:30:25.213" v="145" actId="1076"/>
          <ac:graphicFrameMkLst>
            <pc:docMk/>
            <pc:sldMk cId="127529411" sldId="276"/>
            <ac:graphicFrameMk id="9" creationId="{00000000-0000-0000-0000-000000000000}"/>
          </ac:graphicFrameMkLst>
        </pc:graphicFrameChg>
      </pc:sldChg>
      <pc:sldChg chg="del">
        <pc:chgData name="奇 周" userId="81ef359ddaddc9d8" providerId="LiveId" clId="{D440C572-698E-49C8-A665-551E14B044C4}" dt="2024-06-06T04:58:18.597" v="2057" actId="47"/>
        <pc:sldMkLst>
          <pc:docMk/>
          <pc:sldMk cId="644672480" sldId="297"/>
        </pc:sldMkLst>
      </pc:sldChg>
      <pc:sldChg chg="modSp del mod">
        <pc:chgData name="奇 周" userId="81ef359ddaddc9d8" providerId="LiveId" clId="{D440C572-698E-49C8-A665-551E14B044C4}" dt="2024-06-06T03:47:35.852" v="546" actId="47"/>
        <pc:sldMkLst>
          <pc:docMk/>
          <pc:sldMk cId="892375956" sldId="298"/>
        </pc:sldMkLst>
        <pc:picChg chg="mod">
          <ac:chgData name="奇 周" userId="81ef359ddaddc9d8" providerId="LiveId" clId="{D440C572-698E-49C8-A665-551E14B044C4}" dt="2024-06-06T03:30:49.917" v="147" actId="1076"/>
          <ac:picMkLst>
            <pc:docMk/>
            <pc:sldMk cId="892375956" sldId="298"/>
            <ac:picMk id="9" creationId="{DB09898E-E3C4-CCB7-F5C9-129BF1AEA78A}"/>
          </ac:picMkLst>
        </pc:picChg>
      </pc:sldChg>
      <pc:sldChg chg="del">
        <pc:chgData name="奇 周" userId="81ef359ddaddc9d8" providerId="LiveId" clId="{D440C572-698E-49C8-A665-551E14B044C4}" dt="2024-06-06T04:58:25.774" v="2058" actId="47"/>
        <pc:sldMkLst>
          <pc:docMk/>
          <pc:sldMk cId="631038736" sldId="299"/>
        </pc:sldMkLst>
      </pc:sldChg>
      <pc:sldChg chg="del">
        <pc:chgData name="奇 周" userId="81ef359ddaddc9d8" providerId="LiveId" clId="{D440C572-698E-49C8-A665-551E14B044C4}" dt="2024-06-06T04:58:27.112" v="2059" actId="47"/>
        <pc:sldMkLst>
          <pc:docMk/>
          <pc:sldMk cId="1851167121" sldId="300"/>
        </pc:sldMkLst>
      </pc:sldChg>
      <pc:sldChg chg="del">
        <pc:chgData name="奇 周" userId="81ef359ddaddc9d8" providerId="LiveId" clId="{D440C572-698E-49C8-A665-551E14B044C4}" dt="2024-06-06T04:58:29.226" v="2060" actId="47"/>
        <pc:sldMkLst>
          <pc:docMk/>
          <pc:sldMk cId="2791906122" sldId="301"/>
        </pc:sldMkLst>
      </pc:sldChg>
      <pc:sldChg chg="del">
        <pc:chgData name="奇 周" userId="81ef359ddaddc9d8" providerId="LiveId" clId="{D440C572-698E-49C8-A665-551E14B044C4}" dt="2024-06-06T03:28:08.155" v="95" actId="47"/>
        <pc:sldMkLst>
          <pc:docMk/>
          <pc:sldMk cId="2780650765" sldId="302"/>
        </pc:sldMkLst>
      </pc:sldChg>
      <pc:sldChg chg="del">
        <pc:chgData name="奇 周" userId="81ef359ddaddc9d8" providerId="LiveId" clId="{D440C572-698E-49C8-A665-551E14B044C4}" dt="2024-06-06T03:28:10.947" v="96" actId="47"/>
        <pc:sldMkLst>
          <pc:docMk/>
          <pc:sldMk cId="2996446266" sldId="303"/>
        </pc:sldMkLst>
      </pc:sldChg>
      <pc:sldChg chg="addSp modSp mod">
        <pc:chgData name="奇 周" userId="81ef359ddaddc9d8" providerId="LiveId" clId="{D440C572-698E-49C8-A665-551E14B044C4}" dt="2024-06-06T05:03:15.729" v="2099" actId="1076"/>
        <pc:sldMkLst>
          <pc:docMk/>
          <pc:sldMk cId="1658472971" sldId="304"/>
        </pc:sldMkLst>
        <pc:graphicFrameChg chg="add mod">
          <ac:chgData name="奇 周" userId="81ef359ddaddc9d8" providerId="LiveId" clId="{D440C572-698E-49C8-A665-551E14B044C4}" dt="2024-06-06T05:03:15.729" v="2099" actId="1076"/>
          <ac:graphicFrameMkLst>
            <pc:docMk/>
            <pc:sldMk cId="1658472971" sldId="304"/>
            <ac:graphicFrameMk id="3" creationId="{0ED6C0D5-2DFA-399D-2B40-1AFA853B879C}"/>
          </ac:graphicFrameMkLst>
        </pc:graphicFrameChg>
      </pc:sldChg>
      <pc:sldChg chg="modSp del mod">
        <pc:chgData name="奇 周" userId="81ef359ddaddc9d8" providerId="LiveId" clId="{D440C572-698E-49C8-A665-551E14B044C4}" dt="2024-06-06T04:58:16.933" v="2056" actId="47"/>
        <pc:sldMkLst>
          <pc:docMk/>
          <pc:sldMk cId="3251649331" sldId="305"/>
        </pc:sldMkLst>
        <pc:spChg chg="mod">
          <ac:chgData name="奇 周" userId="81ef359ddaddc9d8" providerId="LiveId" clId="{D440C572-698E-49C8-A665-551E14B044C4}" dt="2024-06-06T04:54:11.897" v="1934" actId="20577"/>
          <ac:spMkLst>
            <pc:docMk/>
            <pc:sldMk cId="3251649331" sldId="305"/>
            <ac:spMk id="6" creationId="{01CFD4AD-0D75-F6B9-ADAE-58A857C3C17F}"/>
          </ac:spMkLst>
        </pc:spChg>
      </pc:sldChg>
      <pc:sldChg chg="addSp delSp modSp mod modAnim">
        <pc:chgData name="奇 周" userId="81ef359ddaddc9d8" providerId="LiveId" clId="{D440C572-698E-49C8-A665-551E14B044C4}" dt="2024-06-06T03:47:20.285" v="545"/>
        <pc:sldMkLst>
          <pc:docMk/>
          <pc:sldMk cId="325673056" sldId="306"/>
        </pc:sldMkLst>
        <pc:spChg chg="del mod">
          <ac:chgData name="奇 周" userId="81ef359ddaddc9d8" providerId="LiveId" clId="{D440C572-698E-49C8-A665-551E14B044C4}" dt="2024-06-06T03:34:46.533" v="193" actId="478"/>
          <ac:spMkLst>
            <pc:docMk/>
            <pc:sldMk cId="325673056" sldId="306"/>
            <ac:spMk id="2" creationId="{00000000-0000-0000-0000-000000000000}"/>
          </ac:spMkLst>
        </pc:spChg>
        <pc:spChg chg="add mod">
          <ac:chgData name="奇 周" userId="81ef359ddaddc9d8" providerId="LiveId" clId="{D440C572-698E-49C8-A665-551E14B044C4}" dt="2024-06-06T03:46:59.648" v="543" actId="1076"/>
          <ac:spMkLst>
            <pc:docMk/>
            <pc:sldMk cId="325673056" sldId="306"/>
            <ac:spMk id="3" creationId="{14B3284A-1504-BDD8-3575-27E513011883}"/>
          </ac:spMkLst>
        </pc:spChg>
        <pc:spChg chg="add del mod">
          <ac:chgData name="奇 周" userId="81ef359ddaddc9d8" providerId="LiveId" clId="{D440C572-698E-49C8-A665-551E14B044C4}" dt="2024-06-06T03:34:13.247" v="192" actId="478"/>
          <ac:spMkLst>
            <pc:docMk/>
            <pc:sldMk cId="325673056" sldId="306"/>
            <ac:spMk id="4" creationId="{37DDEA5F-7D84-29B8-68F4-67FDEACACE19}"/>
          </ac:spMkLst>
        </pc:spChg>
        <pc:spChg chg="del mod">
          <ac:chgData name="奇 周" userId="81ef359ddaddc9d8" providerId="LiveId" clId="{D440C572-698E-49C8-A665-551E14B044C4}" dt="2024-06-06T03:31:14.630" v="150" actId="478"/>
          <ac:spMkLst>
            <pc:docMk/>
            <pc:sldMk cId="325673056" sldId="306"/>
            <ac:spMk id="5" creationId="{00000000-0000-0000-0000-000000000000}"/>
          </ac:spMkLst>
        </pc:spChg>
        <pc:spChg chg="add mod">
          <ac:chgData name="奇 周" userId="81ef359ddaddc9d8" providerId="LiveId" clId="{D440C572-698E-49C8-A665-551E14B044C4}" dt="2024-06-06T03:46:47.611" v="540" actId="1076"/>
          <ac:spMkLst>
            <pc:docMk/>
            <pc:sldMk cId="325673056" sldId="306"/>
            <ac:spMk id="7" creationId="{3D9DE426-B1C1-B536-EBFA-F72E79460763}"/>
          </ac:spMkLst>
        </pc:spChg>
        <pc:spChg chg="add mod">
          <ac:chgData name="奇 周" userId="81ef359ddaddc9d8" providerId="LiveId" clId="{D440C572-698E-49C8-A665-551E14B044C4}" dt="2024-06-06T03:47:09.088" v="544" actId="164"/>
          <ac:spMkLst>
            <pc:docMk/>
            <pc:sldMk cId="325673056" sldId="306"/>
            <ac:spMk id="8" creationId="{46D9D585-6006-C174-9A69-8A058EDA20D2}"/>
          </ac:spMkLst>
        </pc:spChg>
        <pc:spChg chg="add mod">
          <ac:chgData name="奇 周" userId="81ef359ddaddc9d8" providerId="LiveId" clId="{D440C572-698E-49C8-A665-551E14B044C4}" dt="2024-06-06T03:47:09.088" v="544" actId="164"/>
          <ac:spMkLst>
            <pc:docMk/>
            <pc:sldMk cId="325673056" sldId="306"/>
            <ac:spMk id="12" creationId="{4B11D761-486E-71C5-5CCE-4EB0843A7CAB}"/>
          </ac:spMkLst>
        </pc:spChg>
        <pc:spChg chg="add mod">
          <ac:chgData name="奇 周" userId="81ef359ddaddc9d8" providerId="LiveId" clId="{D440C572-698E-49C8-A665-551E14B044C4}" dt="2024-06-06T03:47:09.088" v="544" actId="164"/>
          <ac:spMkLst>
            <pc:docMk/>
            <pc:sldMk cId="325673056" sldId="306"/>
            <ac:spMk id="13" creationId="{6114C5E0-5CF9-2330-895D-E3390388203B}"/>
          </ac:spMkLst>
        </pc:spChg>
        <pc:spChg chg="add mod">
          <ac:chgData name="奇 周" userId="81ef359ddaddc9d8" providerId="LiveId" clId="{D440C572-698E-49C8-A665-551E14B044C4}" dt="2024-06-06T03:47:09.088" v="544" actId="164"/>
          <ac:spMkLst>
            <pc:docMk/>
            <pc:sldMk cId="325673056" sldId="306"/>
            <ac:spMk id="14" creationId="{9658432A-0B7C-7173-9E5D-7528E8C549FE}"/>
          </ac:spMkLst>
        </pc:spChg>
        <pc:spChg chg="add mod">
          <ac:chgData name="奇 周" userId="81ef359ddaddc9d8" providerId="LiveId" clId="{D440C572-698E-49C8-A665-551E14B044C4}" dt="2024-06-06T03:47:09.088" v="544" actId="164"/>
          <ac:spMkLst>
            <pc:docMk/>
            <pc:sldMk cId="325673056" sldId="306"/>
            <ac:spMk id="15" creationId="{3995907D-9491-4B61-1A60-B1FD76236FE3}"/>
          </ac:spMkLst>
        </pc:spChg>
        <pc:spChg chg="add mod">
          <ac:chgData name="奇 周" userId="81ef359ddaddc9d8" providerId="LiveId" clId="{D440C572-698E-49C8-A665-551E14B044C4}" dt="2024-06-06T03:47:09.088" v="544" actId="164"/>
          <ac:spMkLst>
            <pc:docMk/>
            <pc:sldMk cId="325673056" sldId="306"/>
            <ac:spMk id="16" creationId="{3E44D024-B97B-7950-BD68-99F59E9CB713}"/>
          </ac:spMkLst>
        </pc:spChg>
        <pc:spChg chg="add mod">
          <ac:chgData name="奇 周" userId="81ef359ddaddc9d8" providerId="LiveId" clId="{D440C572-698E-49C8-A665-551E14B044C4}" dt="2024-06-06T03:47:09.088" v="544" actId="164"/>
          <ac:spMkLst>
            <pc:docMk/>
            <pc:sldMk cId="325673056" sldId="306"/>
            <ac:spMk id="17" creationId="{236A1669-A4D8-B977-06B1-618833007532}"/>
          </ac:spMkLst>
        </pc:spChg>
        <pc:grpChg chg="add mod">
          <ac:chgData name="奇 周" userId="81ef359ddaddc9d8" providerId="LiveId" clId="{D440C572-698E-49C8-A665-551E14B044C4}" dt="2024-06-06T03:47:09.088" v="544" actId="164"/>
          <ac:grpSpMkLst>
            <pc:docMk/>
            <pc:sldMk cId="325673056" sldId="306"/>
            <ac:grpSpMk id="54" creationId="{EDEC17F4-D94D-296D-4978-2A4A152D9B89}"/>
          </ac:grpSpMkLst>
        </pc:grpChg>
        <pc:graphicFrameChg chg="del">
          <ac:chgData name="奇 周" userId="81ef359ddaddc9d8" providerId="LiveId" clId="{D440C572-698E-49C8-A665-551E14B044C4}" dt="2024-06-06T03:33:48.612" v="188" actId="478"/>
          <ac:graphicFrameMkLst>
            <pc:docMk/>
            <pc:sldMk cId="325673056" sldId="306"/>
            <ac:graphicFrameMk id="9" creationId="{00000000-0000-0000-0000-000000000000}"/>
          </ac:graphicFrameMkLst>
        </pc:graphicFrameChg>
        <pc:picChg chg="del">
          <ac:chgData name="奇 周" userId="81ef359ddaddc9d8" providerId="LiveId" clId="{D440C572-698E-49C8-A665-551E14B044C4}" dt="2024-06-06T03:31:09.253" v="148" actId="478"/>
          <ac:picMkLst>
            <pc:docMk/>
            <pc:sldMk cId="325673056" sldId="306"/>
            <ac:picMk id="6" creationId="{00000000-0000-0000-0000-000000000000}"/>
          </ac:picMkLst>
        </pc:picChg>
        <pc:cxnChg chg="add del mod">
          <ac:chgData name="奇 周" userId="81ef359ddaddc9d8" providerId="LiveId" clId="{D440C572-698E-49C8-A665-551E14B044C4}" dt="2024-06-06T03:38:27.637" v="259" actId="478"/>
          <ac:cxnSpMkLst>
            <pc:docMk/>
            <pc:sldMk cId="325673056" sldId="306"/>
            <ac:cxnSpMk id="11" creationId="{4FCC3C19-D0D7-FE26-6E27-F858D71A425B}"/>
          </ac:cxnSpMkLst>
        </pc:cxnChg>
        <pc:cxnChg chg="add del mod">
          <ac:chgData name="奇 周" userId="81ef359ddaddc9d8" providerId="LiveId" clId="{D440C572-698E-49C8-A665-551E14B044C4}" dt="2024-06-06T03:41:37.146" v="492" actId="478"/>
          <ac:cxnSpMkLst>
            <pc:docMk/>
            <pc:sldMk cId="325673056" sldId="306"/>
            <ac:cxnSpMk id="19" creationId="{F08A54C5-0075-F6BC-6423-0A1984F10F59}"/>
          </ac:cxnSpMkLst>
        </pc:cxnChg>
        <pc:cxnChg chg="add del mod">
          <ac:chgData name="奇 周" userId="81ef359ddaddc9d8" providerId="LiveId" clId="{D440C572-698E-49C8-A665-551E14B044C4}" dt="2024-06-06T03:41:45.956" v="494" actId="478"/>
          <ac:cxnSpMkLst>
            <pc:docMk/>
            <pc:sldMk cId="325673056" sldId="306"/>
            <ac:cxnSpMk id="21" creationId="{79F1C8C5-083D-7C72-D9CB-7DF8EBF44678}"/>
          </ac:cxnSpMkLst>
        </pc:cxnChg>
        <pc:cxnChg chg="add mod">
          <ac:chgData name="奇 周" userId="81ef359ddaddc9d8" providerId="LiveId" clId="{D440C572-698E-49C8-A665-551E14B044C4}" dt="2024-06-06T03:47:09.088" v="544" actId="164"/>
          <ac:cxnSpMkLst>
            <pc:docMk/>
            <pc:sldMk cId="325673056" sldId="306"/>
            <ac:cxnSpMk id="23" creationId="{FC92885E-920D-88F1-A440-B904B67208B0}"/>
          </ac:cxnSpMkLst>
        </pc:cxnChg>
        <pc:cxnChg chg="add mod">
          <ac:chgData name="奇 周" userId="81ef359ddaddc9d8" providerId="LiveId" clId="{D440C572-698E-49C8-A665-551E14B044C4}" dt="2024-06-06T03:47:09.088" v="544" actId="164"/>
          <ac:cxnSpMkLst>
            <pc:docMk/>
            <pc:sldMk cId="325673056" sldId="306"/>
            <ac:cxnSpMk id="25" creationId="{33B96DB2-5CAF-90B4-DF91-4D525E1DABC6}"/>
          </ac:cxnSpMkLst>
        </pc:cxnChg>
        <pc:cxnChg chg="add mod">
          <ac:chgData name="奇 周" userId="81ef359ddaddc9d8" providerId="LiveId" clId="{D440C572-698E-49C8-A665-551E14B044C4}" dt="2024-06-06T03:47:09.088" v="544" actId="164"/>
          <ac:cxnSpMkLst>
            <pc:docMk/>
            <pc:sldMk cId="325673056" sldId="306"/>
            <ac:cxnSpMk id="27" creationId="{6B934D86-7407-F97B-0EE8-C81DA930E6E9}"/>
          </ac:cxnSpMkLst>
        </pc:cxnChg>
        <pc:cxnChg chg="add del mod">
          <ac:chgData name="奇 周" userId="81ef359ddaddc9d8" providerId="LiveId" clId="{D440C572-698E-49C8-A665-551E14B044C4}" dt="2024-06-06T03:44:05.852" v="518" actId="478"/>
          <ac:cxnSpMkLst>
            <pc:docMk/>
            <pc:sldMk cId="325673056" sldId="306"/>
            <ac:cxnSpMk id="33" creationId="{5CBFB5AD-7E96-67FF-5FFC-FAA1BFBC63E4}"/>
          </ac:cxnSpMkLst>
        </pc:cxnChg>
        <pc:cxnChg chg="add del mod">
          <ac:chgData name="奇 周" userId="81ef359ddaddc9d8" providerId="LiveId" clId="{D440C572-698E-49C8-A665-551E14B044C4}" dt="2024-06-06T03:44:32.150" v="523" actId="478"/>
          <ac:cxnSpMkLst>
            <pc:docMk/>
            <pc:sldMk cId="325673056" sldId="306"/>
            <ac:cxnSpMk id="37" creationId="{EB8D92B2-47EC-925E-9CD8-26BD36221F7C}"/>
          </ac:cxnSpMkLst>
        </pc:cxnChg>
        <pc:cxnChg chg="add del mod">
          <ac:chgData name="奇 周" userId="81ef359ddaddc9d8" providerId="LiveId" clId="{D440C572-698E-49C8-A665-551E14B044C4}" dt="2024-06-06T03:45:20.484" v="527" actId="478"/>
          <ac:cxnSpMkLst>
            <pc:docMk/>
            <pc:sldMk cId="325673056" sldId="306"/>
            <ac:cxnSpMk id="41" creationId="{5660073B-D2FB-4001-6D32-63E9D1C88230}"/>
          </ac:cxnSpMkLst>
        </pc:cxnChg>
        <pc:cxnChg chg="add mod">
          <ac:chgData name="奇 周" userId="81ef359ddaddc9d8" providerId="LiveId" clId="{D440C572-698E-49C8-A665-551E14B044C4}" dt="2024-06-06T03:47:09.088" v="544" actId="164"/>
          <ac:cxnSpMkLst>
            <pc:docMk/>
            <pc:sldMk cId="325673056" sldId="306"/>
            <ac:cxnSpMk id="45" creationId="{7D8CBD59-C2DC-9D1B-DF19-C9E392D56748}"/>
          </ac:cxnSpMkLst>
        </pc:cxnChg>
        <pc:cxnChg chg="add mod">
          <ac:chgData name="奇 周" userId="81ef359ddaddc9d8" providerId="LiveId" clId="{D440C572-698E-49C8-A665-551E14B044C4}" dt="2024-06-06T03:47:09.088" v="544" actId="164"/>
          <ac:cxnSpMkLst>
            <pc:docMk/>
            <pc:sldMk cId="325673056" sldId="306"/>
            <ac:cxnSpMk id="47" creationId="{677D1F50-9EB7-EF6F-DDCC-F75662D0057B}"/>
          </ac:cxnSpMkLst>
        </pc:cxnChg>
        <pc:cxnChg chg="add mod">
          <ac:chgData name="奇 周" userId="81ef359ddaddc9d8" providerId="LiveId" clId="{D440C572-698E-49C8-A665-551E14B044C4}" dt="2024-06-06T03:47:09.088" v="544" actId="164"/>
          <ac:cxnSpMkLst>
            <pc:docMk/>
            <pc:sldMk cId="325673056" sldId="306"/>
            <ac:cxnSpMk id="49" creationId="{AB907ABD-31DA-68E2-5CEA-1422F02B735B}"/>
          </ac:cxnSpMkLst>
        </pc:cxnChg>
        <pc:cxnChg chg="add mod">
          <ac:chgData name="奇 周" userId="81ef359ddaddc9d8" providerId="LiveId" clId="{D440C572-698E-49C8-A665-551E14B044C4}" dt="2024-06-06T03:47:09.088" v="544" actId="164"/>
          <ac:cxnSpMkLst>
            <pc:docMk/>
            <pc:sldMk cId="325673056" sldId="306"/>
            <ac:cxnSpMk id="51" creationId="{E567A287-F185-73F3-24E4-13B1071D83C9}"/>
          </ac:cxnSpMkLst>
        </pc:cxnChg>
        <pc:cxnChg chg="add mod">
          <ac:chgData name="奇 周" userId="81ef359ddaddc9d8" providerId="LiveId" clId="{D440C572-698E-49C8-A665-551E14B044C4}" dt="2024-06-06T03:47:09.088" v="544" actId="164"/>
          <ac:cxnSpMkLst>
            <pc:docMk/>
            <pc:sldMk cId="325673056" sldId="306"/>
            <ac:cxnSpMk id="53" creationId="{1F2CB078-41C0-C221-2DB2-32FEAC5226C4}"/>
          </ac:cxnSpMkLst>
        </pc:cxnChg>
      </pc:sldChg>
      <pc:sldChg chg="addSp delSp modSp mod delAnim modAnim">
        <pc:chgData name="奇 周" userId="81ef359ddaddc9d8" providerId="LiveId" clId="{D440C572-698E-49C8-A665-551E14B044C4}" dt="2024-06-06T03:55:38.798" v="721"/>
        <pc:sldMkLst>
          <pc:docMk/>
          <pc:sldMk cId="307770117" sldId="307"/>
        </pc:sldMkLst>
        <pc:spChg chg="mod">
          <ac:chgData name="奇 周" userId="81ef359ddaddc9d8" providerId="LiveId" clId="{D440C572-698E-49C8-A665-551E14B044C4}" dt="2024-06-06T03:47:47.550" v="562"/>
          <ac:spMkLst>
            <pc:docMk/>
            <pc:sldMk cId="307770117" sldId="307"/>
            <ac:spMk id="3" creationId="{14B3284A-1504-BDD8-3575-27E513011883}"/>
          </ac:spMkLst>
        </pc:spChg>
        <pc:spChg chg="del">
          <ac:chgData name="奇 周" userId="81ef359ddaddc9d8" providerId="LiveId" clId="{D440C572-698E-49C8-A665-551E14B044C4}" dt="2024-06-06T03:47:51.201" v="563" actId="478"/>
          <ac:spMkLst>
            <pc:docMk/>
            <pc:sldMk cId="307770117" sldId="307"/>
            <ac:spMk id="7" creationId="{3D9DE426-B1C1-B536-EBFA-F72E79460763}"/>
          </ac:spMkLst>
        </pc:spChg>
        <pc:spChg chg="add mod">
          <ac:chgData name="奇 周" userId="81ef359ddaddc9d8" providerId="LiveId" clId="{D440C572-698E-49C8-A665-551E14B044C4}" dt="2024-06-06T03:55:25.117" v="719" actId="1076"/>
          <ac:spMkLst>
            <pc:docMk/>
            <pc:sldMk cId="307770117" sldId="307"/>
            <ac:spMk id="9" creationId="{F67A78DA-124D-F78F-3E71-032CB4090C25}"/>
          </ac:spMkLst>
        </pc:spChg>
        <pc:grpChg chg="del">
          <ac:chgData name="奇 周" userId="81ef359ddaddc9d8" providerId="LiveId" clId="{D440C572-698E-49C8-A665-551E14B044C4}" dt="2024-06-06T03:52:19.701" v="568" actId="478"/>
          <ac:grpSpMkLst>
            <pc:docMk/>
            <pc:sldMk cId="307770117" sldId="307"/>
            <ac:grpSpMk id="54" creationId="{EDEC17F4-D94D-296D-4978-2A4A152D9B89}"/>
          </ac:grpSpMkLst>
        </pc:grpChg>
        <pc:picChg chg="add mod">
          <ac:chgData name="奇 周" userId="81ef359ddaddc9d8" providerId="LiveId" clId="{D440C572-698E-49C8-A665-551E14B044C4}" dt="2024-06-06T03:53:24.626" v="583" actId="1076"/>
          <ac:picMkLst>
            <pc:docMk/>
            <pc:sldMk cId="307770117" sldId="307"/>
            <ac:picMk id="4" creationId="{F218891B-B83F-7D3D-39B5-43BA8D8B7A14}"/>
          </ac:picMkLst>
        </pc:picChg>
        <pc:picChg chg="add mod">
          <ac:chgData name="奇 周" userId="81ef359ddaddc9d8" providerId="LiveId" clId="{D440C572-698E-49C8-A665-551E14B044C4}" dt="2024-06-06T03:53:28.506" v="584" actId="1076"/>
          <ac:picMkLst>
            <pc:docMk/>
            <pc:sldMk cId="307770117" sldId="307"/>
            <ac:picMk id="6" creationId="{B7131F77-FD0F-5D2E-1B8A-729A7EBFFC4C}"/>
          </ac:picMkLst>
        </pc:picChg>
        <pc:cxnChg chg="mod">
          <ac:chgData name="奇 周" userId="81ef359ddaddc9d8" providerId="LiveId" clId="{D440C572-698E-49C8-A665-551E14B044C4}" dt="2024-06-06T03:52:19.701" v="568" actId="478"/>
          <ac:cxnSpMkLst>
            <pc:docMk/>
            <pc:sldMk cId="307770117" sldId="307"/>
            <ac:cxnSpMk id="23" creationId="{FC92885E-920D-88F1-A440-B904B67208B0}"/>
          </ac:cxnSpMkLst>
        </pc:cxnChg>
        <pc:cxnChg chg="mod">
          <ac:chgData name="奇 周" userId="81ef359ddaddc9d8" providerId="LiveId" clId="{D440C572-698E-49C8-A665-551E14B044C4}" dt="2024-06-06T03:52:19.701" v="568" actId="478"/>
          <ac:cxnSpMkLst>
            <pc:docMk/>
            <pc:sldMk cId="307770117" sldId="307"/>
            <ac:cxnSpMk id="25" creationId="{33B96DB2-5CAF-90B4-DF91-4D525E1DABC6}"/>
          </ac:cxnSpMkLst>
        </pc:cxnChg>
        <pc:cxnChg chg="mod">
          <ac:chgData name="奇 周" userId="81ef359ddaddc9d8" providerId="LiveId" clId="{D440C572-698E-49C8-A665-551E14B044C4}" dt="2024-06-06T03:52:19.701" v="568" actId="478"/>
          <ac:cxnSpMkLst>
            <pc:docMk/>
            <pc:sldMk cId="307770117" sldId="307"/>
            <ac:cxnSpMk id="27" creationId="{6B934D86-7407-F97B-0EE8-C81DA930E6E9}"/>
          </ac:cxnSpMkLst>
        </pc:cxnChg>
        <pc:cxnChg chg="mod">
          <ac:chgData name="奇 周" userId="81ef359ddaddc9d8" providerId="LiveId" clId="{D440C572-698E-49C8-A665-551E14B044C4}" dt="2024-06-06T03:52:19.701" v="568" actId="478"/>
          <ac:cxnSpMkLst>
            <pc:docMk/>
            <pc:sldMk cId="307770117" sldId="307"/>
            <ac:cxnSpMk id="45" creationId="{7D8CBD59-C2DC-9D1B-DF19-C9E392D56748}"/>
          </ac:cxnSpMkLst>
        </pc:cxnChg>
        <pc:cxnChg chg="mod">
          <ac:chgData name="奇 周" userId="81ef359ddaddc9d8" providerId="LiveId" clId="{D440C572-698E-49C8-A665-551E14B044C4}" dt="2024-06-06T03:52:19.701" v="568" actId="478"/>
          <ac:cxnSpMkLst>
            <pc:docMk/>
            <pc:sldMk cId="307770117" sldId="307"/>
            <ac:cxnSpMk id="49" creationId="{AB907ABD-31DA-68E2-5CEA-1422F02B735B}"/>
          </ac:cxnSpMkLst>
        </pc:cxnChg>
        <pc:cxnChg chg="mod">
          <ac:chgData name="奇 周" userId="81ef359ddaddc9d8" providerId="LiveId" clId="{D440C572-698E-49C8-A665-551E14B044C4}" dt="2024-06-06T03:52:19.701" v="568" actId="478"/>
          <ac:cxnSpMkLst>
            <pc:docMk/>
            <pc:sldMk cId="307770117" sldId="307"/>
            <ac:cxnSpMk id="51" creationId="{E567A287-F185-73F3-24E4-13B1071D83C9}"/>
          </ac:cxnSpMkLst>
        </pc:cxnChg>
        <pc:cxnChg chg="mod">
          <ac:chgData name="奇 周" userId="81ef359ddaddc9d8" providerId="LiveId" clId="{D440C572-698E-49C8-A665-551E14B044C4}" dt="2024-06-06T03:52:19.701" v="568" actId="478"/>
          <ac:cxnSpMkLst>
            <pc:docMk/>
            <pc:sldMk cId="307770117" sldId="307"/>
            <ac:cxnSpMk id="53" creationId="{1F2CB078-41C0-C221-2DB2-32FEAC5226C4}"/>
          </ac:cxnSpMkLst>
        </pc:cxnChg>
      </pc:sldChg>
      <pc:sldChg chg="addSp delSp modSp mod delAnim modAnim">
        <pc:chgData name="奇 周" userId="81ef359ddaddc9d8" providerId="LiveId" clId="{D440C572-698E-49C8-A665-551E14B044C4}" dt="2024-06-06T04:05:31.667" v="914"/>
        <pc:sldMkLst>
          <pc:docMk/>
          <pc:sldMk cId="772591027" sldId="308"/>
        </pc:sldMkLst>
        <pc:spChg chg="mod">
          <ac:chgData name="奇 周" userId="81ef359ddaddc9d8" providerId="LiveId" clId="{D440C572-698E-49C8-A665-551E14B044C4}" dt="2024-06-06T03:56:04.596" v="753" actId="14100"/>
          <ac:spMkLst>
            <pc:docMk/>
            <pc:sldMk cId="772591027" sldId="308"/>
            <ac:spMk id="3" creationId="{14B3284A-1504-BDD8-3575-27E513011883}"/>
          </ac:spMkLst>
        </pc:spChg>
        <pc:spChg chg="add del">
          <ac:chgData name="奇 周" userId="81ef359ddaddc9d8" providerId="LiveId" clId="{D440C572-698E-49C8-A665-551E14B044C4}" dt="2024-06-06T04:00:40.020" v="875" actId="478"/>
          <ac:spMkLst>
            <pc:docMk/>
            <pc:sldMk cId="772591027" sldId="308"/>
            <ac:spMk id="7" creationId="{4DF83EDD-8AC6-F7CD-F4E6-B499BB6BBB2C}"/>
          </ac:spMkLst>
        </pc:spChg>
        <pc:spChg chg="add del mod">
          <ac:chgData name="奇 周" userId="81ef359ddaddc9d8" providerId="LiveId" clId="{D440C572-698E-49C8-A665-551E14B044C4}" dt="2024-06-06T04:00:54.830" v="877" actId="478"/>
          <ac:spMkLst>
            <pc:docMk/>
            <pc:sldMk cId="772591027" sldId="308"/>
            <ac:spMk id="8" creationId="{F104D0D3-707F-3AEF-B8BB-C45D651A5B8E}"/>
          </ac:spMkLst>
        </pc:spChg>
        <pc:spChg chg="mod">
          <ac:chgData name="奇 周" userId="81ef359ddaddc9d8" providerId="LiveId" clId="{D440C572-698E-49C8-A665-551E14B044C4}" dt="2024-06-06T03:57:08.665" v="863"/>
          <ac:spMkLst>
            <pc:docMk/>
            <pc:sldMk cId="772591027" sldId="308"/>
            <ac:spMk id="9" creationId="{F67A78DA-124D-F78F-3E71-032CB4090C25}"/>
          </ac:spMkLst>
        </pc:spChg>
        <pc:spChg chg="add mod">
          <ac:chgData name="奇 周" userId="81ef359ddaddc9d8" providerId="LiveId" clId="{D440C572-698E-49C8-A665-551E14B044C4}" dt="2024-06-06T04:03:25.199" v="899" actId="1076"/>
          <ac:spMkLst>
            <pc:docMk/>
            <pc:sldMk cId="772591027" sldId="308"/>
            <ac:spMk id="10" creationId="{117A602D-5381-9B01-1B10-66857E03212E}"/>
          </ac:spMkLst>
        </pc:spChg>
        <pc:spChg chg="add mod">
          <ac:chgData name="奇 周" userId="81ef359ddaddc9d8" providerId="LiveId" clId="{D440C572-698E-49C8-A665-551E14B044C4}" dt="2024-06-06T04:02:56.160" v="895" actId="1076"/>
          <ac:spMkLst>
            <pc:docMk/>
            <pc:sldMk cId="772591027" sldId="308"/>
            <ac:spMk id="11" creationId="{1DB749E3-3259-993E-6FAF-1C6373EB61F7}"/>
          </ac:spMkLst>
        </pc:spChg>
        <pc:spChg chg="add mod">
          <ac:chgData name="奇 周" userId="81ef359ddaddc9d8" providerId="LiveId" clId="{D440C572-698E-49C8-A665-551E14B044C4}" dt="2024-06-06T04:03:31.235" v="900" actId="1076"/>
          <ac:spMkLst>
            <pc:docMk/>
            <pc:sldMk cId="772591027" sldId="308"/>
            <ac:spMk id="12" creationId="{7E5B2BF8-27A3-2810-17F6-54212255594A}"/>
          </ac:spMkLst>
        </pc:spChg>
        <pc:spChg chg="add mod">
          <ac:chgData name="奇 周" userId="81ef359ddaddc9d8" providerId="LiveId" clId="{D440C572-698E-49C8-A665-551E14B044C4}" dt="2024-06-06T04:03:54.809" v="904" actId="1076"/>
          <ac:spMkLst>
            <pc:docMk/>
            <pc:sldMk cId="772591027" sldId="308"/>
            <ac:spMk id="14" creationId="{3C4C8EFA-AF99-C0AC-CE93-DE836D03A780}"/>
          </ac:spMkLst>
        </pc:spChg>
        <pc:picChg chg="del">
          <ac:chgData name="奇 周" userId="81ef359ddaddc9d8" providerId="LiveId" clId="{D440C572-698E-49C8-A665-551E14B044C4}" dt="2024-06-06T04:00:57.269" v="878" actId="478"/>
          <ac:picMkLst>
            <pc:docMk/>
            <pc:sldMk cId="772591027" sldId="308"/>
            <ac:picMk id="4" creationId="{F218891B-B83F-7D3D-39B5-43BA8D8B7A14}"/>
          </ac:picMkLst>
        </pc:picChg>
        <pc:picChg chg="add mod">
          <ac:chgData name="奇 周" userId="81ef359ddaddc9d8" providerId="LiveId" clId="{D440C572-698E-49C8-A665-551E14B044C4}" dt="2024-06-06T04:02:27.532" v="893" actId="34135"/>
          <ac:picMkLst>
            <pc:docMk/>
            <pc:sldMk cId="772591027" sldId="308"/>
            <ac:picMk id="5" creationId="{CE40270C-0CF3-4C33-616C-92384E2AD8F5}"/>
          </ac:picMkLst>
        </pc:picChg>
        <pc:picChg chg="del">
          <ac:chgData name="奇 周" userId="81ef359ddaddc9d8" providerId="LiveId" clId="{D440C572-698E-49C8-A665-551E14B044C4}" dt="2024-06-06T03:57:28.495" v="864" actId="478"/>
          <ac:picMkLst>
            <pc:docMk/>
            <pc:sldMk cId="772591027" sldId="308"/>
            <ac:picMk id="6" creationId="{B7131F77-FD0F-5D2E-1B8A-729A7EBFFC4C}"/>
          </ac:picMkLst>
        </pc:picChg>
        <pc:picChg chg="add mod">
          <ac:chgData name="奇 周" userId="81ef359ddaddc9d8" providerId="LiveId" clId="{D440C572-698E-49C8-A665-551E14B044C4}" dt="2024-06-06T04:03:40.656" v="901"/>
          <ac:picMkLst>
            <pc:docMk/>
            <pc:sldMk cId="772591027" sldId="308"/>
            <ac:picMk id="13" creationId="{0102FC72-39A7-485E-6D55-6D65E2D2A5D8}"/>
          </ac:picMkLst>
        </pc:picChg>
        <pc:picChg chg="add mod">
          <ac:chgData name="奇 周" userId="81ef359ddaddc9d8" providerId="LiveId" clId="{D440C572-698E-49C8-A665-551E14B044C4}" dt="2024-06-06T04:05:26.136" v="913" actId="14100"/>
          <ac:picMkLst>
            <pc:docMk/>
            <pc:sldMk cId="772591027" sldId="308"/>
            <ac:picMk id="16" creationId="{A85B8AE7-BF53-0D52-18E6-2B29792DDA03}"/>
          </ac:picMkLst>
        </pc:picChg>
      </pc:sldChg>
      <pc:sldChg chg="addSp delSp modSp mod addAnim delAnim modAnim">
        <pc:chgData name="奇 周" userId="81ef359ddaddc9d8" providerId="LiveId" clId="{D440C572-698E-49C8-A665-551E14B044C4}" dt="2024-06-06T04:32:32.882" v="1291" actId="478"/>
        <pc:sldMkLst>
          <pc:docMk/>
          <pc:sldMk cId="3764020672" sldId="309"/>
        </pc:sldMkLst>
        <pc:spChg chg="mod">
          <ac:chgData name="奇 周" userId="81ef359ddaddc9d8" providerId="LiveId" clId="{D440C572-698E-49C8-A665-551E14B044C4}" dt="2024-06-06T04:06:13.828" v="942"/>
          <ac:spMkLst>
            <pc:docMk/>
            <pc:sldMk cId="3764020672" sldId="309"/>
            <ac:spMk id="3" creationId="{14B3284A-1504-BDD8-3575-27E513011883}"/>
          </ac:spMkLst>
        </pc:spChg>
        <pc:spChg chg="mod">
          <ac:chgData name="奇 周" userId="81ef359ddaddc9d8" providerId="LiveId" clId="{D440C572-698E-49C8-A665-551E14B044C4}" dt="2024-06-06T04:10:22.798" v="1145"/>
          <ac:spMkLst>
            <pc:docMk/>
            <pc:sldMk cId="3764020672" sldId="309"/>
            <ac:spMk id="9" creationId="{F67A78DA-124D-F78F-3E71-032CB4090C25}"/>
          </ac:spMkLst>
        </pc:spChg>
        <pc:spChg chg="del">
          <ac:chgData name="奇 周" userId="81ef359ddaddc9d8" providerId="LiveId" clId="{D440C572-698E-49C8-A665-551E14B044C4}" dt="2024-06-06T04:10:29.960" v="1147" actId="478"/>
          <ac:spMkLst>
            <pc:docMk/>
            <pc:sldMk cId="3764020672" sldId="309"/>
            <ac:spMk id="10" creationId="{117A602D-5381-9B01-1B10-66857E03212E}"/>
          </ac:spMkLst>
        </pc:spChg>
        <pc:spChg chg="del">
          <ac:chgData name="奇 周" userId="81ef359ddaddc9d8" providerId="LiveId" clId="{D440C572-698E-49C8-A665-551E14B044C4}" dt="2024-06-06T04:10:29.960" v="1147" actId="478"/>
          <ac:spMkLst>
            <pc:docMk/>
            <pc:sldMk cId="3764020672" sldId="309"/>
            <ac:spMk id="11" creationId="{1DB749E3-3259-993E-6FAF-1C6373EB61F7}"/>
          </ac:spMkLst>
        </pc:spChg>
        <pc:spChg chg="del">
          <ac:chgData name="奇 周" userId="81ef359ddaddc9d8" providerId="LiveId" clId="{D440C572-698E-49C8-A665-551E14B044C4}" dt="2024-06-06T04:10:29.960" v="1147" actId="478"/>
          <ac:spMkLst>
            <pc:docMk/>
            <pc:sldMk cId="3764020672" sldId="309"/>
            <ac:spMk id="12" creationId="{7E5B2BF8-27A3-2810-17F6-54212255594A}"/>
          </ac:spMkLst>
        </pc:spChg>
        <pc:spChg chg="del">
          <ac:chgData name="奇 周" userId="81ef359ddaddc9d8" providerId="LiveId" clId="{D440C572-698E-49C8-A665-551E14B044C4}" dt="2024-06-06T04:10:29.960" v="1147" actId="478"/>
          <ac:spMkLst>
            <pc:docMk/>
            <pc:sldMk cId="3764020672" sldId="309"/>
            <ac:spMk id="14" creationId="{3C4C8EFA-AF99-C0AC-CE93-DE836D03A780}"/>
          </ac:spMkLst>
        </pc:spChg>
        <pc:spChg chg="add mod">
          <ac:chgData name="奇 周" userId="81ef359ddaddc9d8" providerId="LiveId" clId="{D440C572-698E-49C8-A665-551E14B044C4}" dt="2024-06-06T04:24:14.278" v="1210" actId="164"/>
          <ac:spMkLst>
            <pc:docMk/>
            <pc:sldMk cId="3764020672" sldId="309"/>
            <ac:spMk id="24" creationId="{1D4A7051-F78B-B64E-0BCD-B8F251BB1A9D}"/>
          </ac:spMkLst>
        </pc:spChg>
        <pc:grpChg chg="add mod">
          <ac:chgData name="奇 周" userId="81ef359ddaddc9d8" providerId="LiveId" clId="{D440C572-698E-49C8-A665-551E14B044C4}" dt="2024-06-06T04:24:14.278" v="1210" actId="164"/>
          <ac:grpSpMkLst>
            <pc:docMk/>
            <pc:sldMk cId="3764020672" sldId="309"/>
            <ac:grpSpMk id="26" creationId="{00DFED53-776B-10FF-E198-E7F748AB768B}"/>
          </ac:grpSpMkLst>
        </pc:grpChg>
        <pc:picChg chg="add del mod">
          <ac:chgData name="奇 周" userId="81ef359ddaddc9d8" providerId="LiveId" clId="{D440C572-698E-49C8-A665-551E14B044C4}" dt="2024-06-06T04:15:38.292" v="1154" actId="478"/>
          <ac:picMkLst>
            <pc:docMk/>
            <pc:sldMk cId="3764020672" sldId="309"/>
            <ac:picMk id="4" creationId="{938C973D-C0FD-0434-B919-4DEAED9F937E}"/>
          </ac:picMkLst>
        </pc:picChg>
        <pc:picChg chg="del">
          <ac:chgData name="奇 周" userId="81ef359ddaddc9d8" providerId="LiveId" clId="{D440C572-698E-49C8-A665-551E14B044C4}" dt="2024-06-06T04:10:26.283" v="1146" actId="478"/>
          <ac:picMkLst>
            <pc:docMk/>
            <pc:sldMk cId="3764020672" sldId="309"/>
            <ac:picMk id="5" creationId="{CE40270C-0CF3-4C33-616C-92384E2AD8F5}"/>
          </ac:picMkLst>
        </pc:picChg>
        <pc:picChg chg="add del mod">
          <ac:chgData name="奇 周" userId="81ef359ddaddc9d8" providerId="LiveId" clId="{D440C572-698E-49C8-A665-551E14B044C4}" dt="2024-06-06T04:32:32.882" v="1291" actId="478"/>
          <ac:picMkLst>
            <pc:docMk/>
            <pc:sldMk cId="3764020672" sldId="309"/>
            <ac:picMk id="7" creationId="{8325E3BE-4952-099A-3528-3DDCE98F7826}"/>
          </ac:picMkLst>
        </pc:picChg>
        <pc:picChg chg="add del mod">
          <ac:chgData name="奇 周" userId="81ef359ddaddc9d8" providerId="LiveId" clId="{D440C572-698E-49C8-A665-551E14B044C4}" dt="2024-06-06T04:22:20.885" v="1177" actId="478"/>
          <ac:picMkLst>
            <pc:docMk/>
            <pc:sldMk cId="3764020672" sldId="309"/>
            <ac:picMk id="13" creationId="{3F6971C8-F065-1C1A-DC64-AECA2FFC15DF}"/>
          </ac:picMkLst>
        </pc:picChg>
        <pc:picChg chg="del">
          <ac:chgData name="奇 周" userId="81ef359ddaddc9d8" providerId="LiveId" clId="{D440C572-698E-49C8-A665-551E14B044C4}" dt="2024-06-06T04:10:31.403" v="1148" actId="478"/>
          <ac:picMkLst>
            <pc:docMk/>
            <pc:sldMk cId="3764020672" sldId="309"/>
            <ac:picMk id="16" creationId="{A85B8AE7-BF53-0D52-18E6-2B29792DDA03}"/>
          </ac:picMkLst>
        </pc:picChg>
        <pc:picChg chg="add del mod">
          <ac:chgData name="奇 周" userId="81ef359ddaddc9d8" providerId="LiveId" clId="{D440C572-698E-49C8-A665-551E14B044C4}" dt="2024-06-06T04:22:19.355" v="1176" actId="478"/>
          <ac:picMkLst>
            <pc:docMk/>
            <pc:sldMk cId="3764020672" sldId="309"/>
            <ac:picMk id="17" creationId="{1318AD92-3FE5-3FFC-51C8-B068F5D07A56}"/>
          </ac:picMkLst>
        </pc:picChg>
        <pc:picChg chg="add mod">
          <ac:chgData name="奇 周" userId="81ef359ddaddc9d8" providerId="LiveId" clId="{D440C572-698E-49C8-A665-551E14B044C4}" dt="2024-06-06T04:22:25.407" v="1179" actId="1076"/>
          <ac:picMkLst>
            <pc:docMk/>
            <pc:sldMk cId="3764020672" sldId="309"/>
            <ac:picMk id="19" creationId="{9B34285A-3C9B-E055-D8FE-061AE6CA3602}"/>
          </ac:picMkLst>
        </pc:picChg>
        <pc:picChg chg="add mod">
          <ac:chgData name="奇 周" userId="81ef359ddaddc9d8" providerId="LiveId" clId="{D440C572-698E-49C8-A665-551E14B044C4}" dt="2024-06-06T04:23:56.321" v="1209" actId="1076"/>
          <ac:picMkLst>
            <pc:docMk/>
            <pc:sldMk cId="3764020672" sldId="309"/>
            <ac:picMk id="21" creationId="{11E7BE80-A635-4B5F-7A35-018D39AB1244}"/>
          </ac:picMkLst>
        </pc:picChg>
        <pc:cxnChg chg="add mod">
          <ac:chgData name="奇 周" userId="81ef359ddaddc9d8" providerId="LiveId" clId="{D440C572-698E-49C8-A665-551E14B044C4}" dt="2024-06-06T04:24:14.278" v="1210" actId="164"/>
          <ac:cxnSpMkLst>
            <pc:docMk/>
            <pc:sldMk cId="3764020672" sldId="309"/>
            <ac:cxnSpMk id="23" creationId="{8AD35C4F-1B96-4BD4-4DCF-58893A2AE25A}"/>
          </ac:cxnSpMkLst>
        </pc:cxnChg>
      </pc:sldChg>
      <pc:sldChg chg="addSp delSp modSp mod delAnim modAnim">
        <pc:chgData name="奇 周" userId="81ef359ddaddc9d8" providerId="LiveId" clId="{D440C572-698E-49C8-A665-551E14B044C4}" dt="2024-06-06T04:36:05.297" v="1483" actId="20577"/>
        <pc:sldMkLst>
          <pc:docMk/>
          <pc:sldMk cId="2379264508" sldId="310"/>
        </pc:sldMkLst>
        <pc:spChg chg="mod">
          <ac:chgData name="奇 周" userId="81ef359ddaddc9d8" providerId="LiveId" clId="{D440C572-698E-49C8-A665-551E14B044C4}" dt="2024-06-06T04:36:05.297" v="1483" actId="20577"/>
          <ac:spMkLst>
            <pc:docMk/>
            <pc:sldMk cId="2379264508" sldId="310"/>
            <ac:spMk id="9" creationId="{F67A78DA-124D-F78F-3E71-032CB4090C25}"/>
          </ac:spMkLst>
        </pc:spChg>
        <pc:spChg chg="mod">
          <ac:chgData name="奇 周" userId="81ef359ddaddc9d8" providerId="LiveId" clId="{D440C572-698E-49C8-A665-551E14B044C4}" dt="2024-06-06T04:35:49.276" v="1481" actId="1076"/>
          <ac:spMkLst>
            <pc:docMk/>
            <pc:sldMk cId="2379264508" sldId="310"/>
            <ac:spMk id="24" creationId="{1D4A7051-F78B-B64E-0BCD-B8F251BB1A9D}"/>
          </ac:spMkLst>
        </pc:spChg>
        <pc:grpChg chg="mod">
          <ac:chgData name="奇 周" userId="81ef359ddaddc9d8" providerId="LiveId" clId="{D440C572-698E-49C8-A665-551E14B044C4}" dt="2024-06-06T04:35:20.209" v="1445" actId="1076"/>
          <ac:grpSpMkLst>
            <pc:docMk/>
            <pc:sldMk cId="2379264508" sldId="310"/>
            <ac:grpSpMk id="26" creationId="{00DFED53-776B-10FF-E198-E7F748AB768B}"/>
          </ac:grpSpMkLst>
        </pc:grpChg>
        <pc:picChg chg="add mod">
          <ac:chgData name="奇 周" userId="81ef359ddaddc9d8" providerId="LiveId" clId="{D440C572-698E-49C8-A665-551E14B044C4}" dt="2024-06-06T04:35:16.363" v="1444" actId="1076"/>
          <ac:picMkLst>
            <pc:docMk/>
            <pc:sldMk cId="2379264508" sldId="310"/>
            <ac:picMk id="4" creationId="{338C769C-A908-A348-20A8-3E8DB0C0403D}"/>
          </ac:picMkLst>
        </pc:picChg>
        <pc:picChg chg="add mod">
          <ac:chgData name="奇 周" userId="81ef359ddaddc9d8" providerId="LiveId" clId="{D440C572-698E-49C8-A665-551E14B044C4}" dt="2024-06-06T04:35:53.449" v="1482" actId="1076"/>
          <ac:picMkLst>
            <pc:docMk/>
            <pc:sldMk cId="2379264508" sldId="310"/>
            <ac:picMk id="6" creationId="{0ACFB4EA-693A-856C-BC77-D166338ED64C}"/>
          </ac:picMkLst>
        </pc:picChg>
        <pc:picChg chg="del">
          <ac:chgData name="奇 周" userId="81ef359ddaddc9d8" providerId="LiveId" clId="{D440C572-698E-49C8-A665-551E14B044C4}" dt="2024-06-06T04:33:37.019" v="1432" actId="478"/>
          <ac:picMkLst>
            <pc:docMk/>
            <pc:sldMk cId="2379264508" sldId="310"/>
            <ac:picMk id="7" creationId="{8325E3BE-4952-099A-3528-3DDCE98F7826}"/>
          </ac:picMkLst>
        </pc:picChg>
        <pc:picChg chg="del">
          <ac:chgData name="奇 周" userId="81ef359ddaddc9d8" providerId="LiveId" clId="{D440C572-698E-49C8-A665-551E14B044C4}" dt="2024-06-06T04:34:27.996" v="1433" actId="478"/>
          <ac:picMkLst>
            <pc:docMk/>
            <pc:sldMk cId="2379264508" sldId="310"/>
            <ac:picMk id="19" creationId="{9B34285A-3C9B-E055-D8FE-061AE6CA3602}"/>
          </ac:picMkLst>
        </pc:picChg>
        <pc:picChg chg="del">
          <ac:chgData name="奇 周" userId="81ef359ddaddc9d8" providerId="LiveId" clId="{D440C572-698E-49C8-A665-551E14B044C4}" dt="2024-06-06T04:34:33.631" v="1436" actId="478"/>
          <ac:picMkLst>
            <pc:docMk/>
            <pc:sldMk cId="2379264508" sldId="310"/>
            <ac:picMk id="21" creationId="{11E7BE80-A635-4B5F-7A35-018D39AB1244}"/>
          </ac:picMkLst>
        </pc:picChg>
        <pc:cxnChg chg="mod">
          <ac:chgData name="奇 周" userId="81ef359ddaddc9d8" providerId="LiveId" clId="{D440C572-698E-49C8-A665-551E14B044C4}" dt="2024-06-06T04:34:33.631" v="1436" actId="478"/>
          <ac:cxnSpMkLst>
            <pc:docMk/>
            <pc:sldMk cId="2379264508" sldId="310"/>
            <ac:cxnSpMk id="23" creationId="{8AD35C4F-1B96-4BD4-4DCF-58893A2AE25A}"/>
          </ac:cxnSpMkLst>
        </pc:cxnChg>
      </pc:sldChg>
      <pc:sldChg chg="addSp delSp modSp mod delAnim modAnim">
        <pc:chgData name="奇 周" userId="81ef359ddaddc9d8" providerId="LiveId" clId="{D440C572-698E-49C8-A665-551E14B044C4}" dt="2024-06-06T04:46:57.905" v="1642" actId="22"/>
        <pc:sldMkLst>
          <pc:docMk/>
          <pc:sldMk cId="1866039215" sldId="311"/>
        </pc:sldMkLst>
        <pc:spChg chg="mod">
          <ac:chgData name="奇 周" userId="81ef359ddaddc9d8" providerId="LiveId" clId="{D440C572-698E-49C8-A665-551E14B044C4}" dt="2024-06-06T04:41:12.370" v="1516" actId="14100"/>
          <ac:spMkLst>
            <pc:docMk/>
            <pc:sldMk cId="1866039215" sldId="311"/>
            <ac:spMk id="3" creationId="{14B3284A-1504-BDD8-3575-27E513011883}"/>
          </ac:spMkLst>
        </pc:spChg>
        <pc:spChg chg="mod">
          <ac:chgData name="奇 周" userId="81ef359ddaddc9d8" providerId="LiveId" clId="{D440C572-698E-49C8-A665-551E14B044C4}" dt="2024-06-06T04:42:30.659" v="1600" actId="20577"/>
          <ac:spMkLst>
            <pc:docMk/>
            <pc:sldMk cId="1866039215" sldId="311"/>
            <ac:spMk id="9" creationId="{F67A78DA-124D-F78F-3E71-032CB4090C25}"/>
          </ac:spMkLst>
        </pc:spChg>
        <pc:spChg chg="mod">
          <ac:chgData name="奇 周" userId="81ef359ddaddc9d8" providerId="LiveId" clId="{D440C572-698E-49C8-A665-551E14B044C4}" dt="2024-06-06T04:46:12.401" v="1635"/>
          <ac:spMkLst>
            <pc:docMk/>
            <pc:sldMk cId="1866039215" sldId="311"/>
            <ac:spMk id="24" creationId="{1D4A7051-F78B-B64E-0BCD-B8F251BB1A9D}"/>
          </ac:spMkLst>
        </pc:spChg>
        <pc:picChg chg="add mod">
          <ac:chgData name="奇 周" userId="81ef359ddaddc9d8" providerId="LiveId" clId="{D440C572-698E-49C8-A665-551E14B044C4}" dt="2024-06-06T04:43:24.149" v="1607" actId="1076"/>
          <ac:picMkLst>
            <pc:docMk/>
            <pc:sldMk cId="1866039215" sldId="311"/>
            <ac:picMk id="4" creationId="{892A648D-732D-00C9-C5AC-6C11C0CBD870}"/>
          </ac:picMkLst>
        </pc:picChg>
        <pc:picChg chg="add mod">
          <ac:chgData name="奇 周" userId="81ef359ddaddc9d8" providerId="LiveId" clId="{D440C572-698E-49C8-A665-551E14B044C4}" dt="2024-06-06T04:45:29.841" v="1610" actId="1076"/>
          <ac:picMkLst>
            <pc:docMk/>
            <pc:sldMk cId="1866039215" sldId="311"/>
            <ac:picMk id="6" creationId="{C6C24407-8A32-9AA9-038A-329FBDDB2370}"/>
          </ac:picMkLst>
        </pc:picChg>
        <pc:picChg chg="del">
          <ac:chgData name="奇 周" userId="81ef359ddaddc9d8" providerId="LiveId" clId="{D440C572-698E-49C8-A665-551E14B044C4}" dt="2024-06-06T04:43:08.798" v="1601" actId="478"/>
          <ac:picMkLst>
            <pc:docMk/>
            <pc:sldMk cId="1866039215" sldId="311"/>
            <ac:picMk id="7" creationId="{8325E3BE-4952-099A-3528-3DDCE98F7826}"/>
          </ac:picMkLst>
        </pc:picChg>
        <pc:picChg chg="add mod">
          <ac:chgData name="奇 周" userId="81ef359ddaddc9d8" providerId="LiveId" clId="{D440C572-698E-49C8-A665-551E14B044C4}" dt="2024-06-06T04:46:06.038" v="1615" actId="1076"/>
          <ac:picMkLst>
            <pc:docMk/>
            <pc:sldMk cId="1866039215" sldId="311"/>
            <ac:picMk id="10" creationId="{E3C6F382-64A0-243E-3D51-16B8459FCE50}"/>
          </ac:picMkLst>
        </pc:picChg>
        <pc:picChg chg="add del">
          <ac:chgData name="奇 周" userId="81ef359ddaddc9d8" providerId="LiveId" clId="{D440C572-698E-49C8-A665-551E14B044C4}" dt="2024-06-06T04:46:57.905" v="1642" actId="22"/>
          <ac:picMkLst>
            <pc:docMk/>
            <pc:sldMk cId="1866039215" sldId="311"/>
            <ac:picMk id="12" creationId="{F0D94052-737F-1B7D-0C87-60BEE423DF5A}"/>
          </ac:picMkLst>
        </pc:picChg>
        <pc:picChg chg="del">
          <ac:chgData name="奇 周" userId="81ef359ddaddc9d8" providerId="LiveId" clId="{D440C572-698E-49C8-A665-551E14B044C4}" dt="2024-06-06T04:45:26.079" v="1608" actId="478"/>
          <ac:picMkLst>
            <pc:docMk/>
            <pc:sldMk cId="1866039215" sldId="311"/>
            <ac:picMk id="19" creationId="{9B34285A-3C9B-E055-D8FE-061AE6CA3602}"/>
          </ac:picMkLst>
        </pc:picChg>
        <pc:picChg chg="del">
          <ac:chgData name="奇 周" userId="81ef359ddaddc9d8" providerId="LiveId" clId="{D440C572-698E-49C8-A665-551E14B044C4}" dt="2024-06-06T04:45:57.235" v="1611" actId="478"/>
          <ac:picMkLst>
            <pc:docMk/>
            <pc:sldMk cId="1866039215" sldId="311"/>
            <ac:picMk id="21" creationId="{11E7BE80-A635-4B5F-7A35-018D39AB1244}"/>
          </ac:picMkLst>
        </pc:picChg>
        <pc:cxnChg chg="mod">
          <ac:chgData name="奇 周" userId="81ef359ddaddc9d8" providerId="LiveId" clId="{D440C572-698E-49C8-A665-551E14B044C4}" dt="2024-06-06T04:45:57.235" v="1611" actId="478"/>
          <ac:cxnSpMkLst>
            <pc:docMk/>
            <pc:sldMk cId="1866039215" sldId="311"/>
            <ac:cxnSpMk id="23" creationId="{8AD35C4F-1B96-4BD4-4DCF-58893A2AE25A}"/>
          </ac:cxnSpMkLst>
        </pc:cxnChg>
      </pc:sldChg>
      <pc:sldChg chg="addSp delSp modSp mod addAnim delAnim modAnim">
        <pc:chgData name="奇 周" userId="81ef359ddaddc9d8" providerId="LiveId" clId="{D440C572-698E-49C8-A665-551E14B044C4}" dt="2024-06-06T04:54:04.227" v="1930"/>
        <pc:sldMkLst>
          <pc:docMk/>
          <pc:sldMk cId="2486529838" sldId="312"/>
        </pc:sldMkLst>
        <pc:spChg chg="mod">
          <ac:chgData name="奇 周" userId="81ef359ddaddc9d8" providerId="LiveId" clId="{D440C572-698E-49C8-A665-551E14B044C4}" dt="2024-06-06T04:47:22.473" v="1690"/>
          <ac:spMkLst>
            <pc:docMk/>
            <pc:sldMk cId="2486529838" sldId="312"/>
            <ac:spMk id="3" creationId="{14B3284A-1504-BDD8-3575-27E513011883}"/>
          </ac:spMkLst>
        </pc:spChg>
        <pc:spChg chg="mod">
          <ac:chgData name="奇 周" userId="81ef359ddaddc9d8" providerId="LiveId" clId="{D440C572-698E-49C8-A665-551E14B044C4}" dt="2024-06-06T04:49:35.904" v="1867"/>
          <ac:spMkLst>
            <pc:docMk/>
            <pc:sldMk cId="2486529838" sldId="312"/>
            <ac:spMk id="9" creationId="{F67A78DA-124D-F78F-3E71-032CB4090C25}"/>
          </ac:spMkLst>
        </pc:spChg>
        <pc:spChg chg="mod">
          <ac:chgData name="奇 周" userId="81ef359ddaddc9d8" providerId="LiveId" clId="{D440C572-698E-49C8-A665-551E14B044C4}" dt="2024-06-06T04:52:02.246" v="1911" actId="1076"/>
          <ac:spMkLst>
            <pc:docMk/>
            <pc:sldMk cId="2486529838" sldId="312"/>
            <ac:spMk id="24" creationId="{1D4A7051-F78B-B64E-0BCD-B8F251BB1A9D}"/>
          </ac:spMkLst>
        </pc:spChg>
        <pc:grpChg chg="add del mod">
          <ac:chgData name="奇 周" userId="81ef359ddaddc9d8" providerId="LiveId" clId="{D440C572-698E-49C8-A665-551E14B044C4}" dt="2024-06-06T04:53:48.380" v="1924" actId="1076"/>
          <ac:grpSpMkLst>
            <pc:docMk/>
            <pc:sldMk cId="2486529838" sldId="312"/>
            <ac:grpSpMk id="26" creationId="{00DFED53-776B-10FF-E198-E7F748AB768B}"/>
          </ac:grpSpMkLst>
        </pc:grpChg>
        <pc:picChg chg="del">
          <ac:chgData name="奇 周" userId="81ef359ddaddc9d8" providerId="LiveId" clId="{D440C572-698E-49C8-A665-551E14B044C4}" dt="2024-06-06T04:53:26.433" v="1916" actId="478"/>
          <ac:picMkLst>
            <pc:docMk/>
            <pc:sldMk cId="2486529838" sldId="312"/>
            <ac:picMk id="4" creationId="{892A648D-732D-00C9-C5AC-6C11C0CBD870}"/>
          </ac:picMkLst>
        </pc:picChg>
        <pc:picChg chg="add del mod">
          <ac:chgData name="奇 周" userId="81ef359ddaddc9d8" providerId="LiveId" clId="{D440C572-698E-49C8-A665-551E14B044C4}" dt="2024-06-06T04:51:23.832" v="1886" actId="22"/>
          <ac:picMkLst>
            <pc:docMk/>
            <pc:sldMk cId="2486529838" sldId="312"/>
            <ac:picMk id="5" creationId="{75F137BE-8735-EA05-6DBF-FC6D31601820}"/>
          </ac:picMkLst>
        </pc:picChg>
        <pc:picChg chg="add del">
          <ac:chgData name="奇 周" userId="81ef359ddaddc9d8" providerId="LiveId" clId="{D440C572-698E-49C8-A665-551E14B044C4}" dt="2024-06-06T04:51:34.680" v="1903" actId="478"/>
          <ac:picMkLst>
            <pc:docMk/>
            <pc:sldMk cId="2486529838" sldId="312"/>
            <ac:picMk id="6" creationId="{C6C24407-8A32-9AA9-038A-329FBDDB2370}"/>
          </ac:picMkLst>
        </pc:picChg>
        <pc:picChg chg="add mod">
          <ac:chgData name="奇 周" userId="81ef359ddaddc9d8" providerId="LiveId" clId="{D440C572-698E-49C8-A665-551E14B044C4}" dt="2024-06-06T04:53:38.694" v="1923" actId="1076"/>
          <ac:picMkLst>
            <pc:docMk/>
            <pc:sldMk cId="2486529838" sldId="312"/>
            <ac:picMk id="8" creationId="{133531CA-BCAE-5C1D-C3A1-BE42AFE497AD}"/>
          </ac:picMkLst>
        </pc:picChg>
        <pc:picChg chg="add del">
          <ac:chgData name="奇 周" userId="81ef359ddaddc9d8" providerId="LiveId" clId="{D440C572-698E-49C8-A665-551E14B044C4}" dt="2024-06-06T04:52:03.455" v="1912" actId="478"/>
          <ac:picMkLst>
            <pc:docMk/>
            <pc:sldMk cId="2486529838" sldId="312"/>
            <ac:picMk id="10" creationId="{E3C6F382-64A0-243E-3D51-16B8459FCE50}"/>
          </ac:picMkLst>
        </pc:picChg>
        <pc:picChg chg="add mod">
          <ac:chgData name="奇 周" userId="81ef359ddaddc9d8" providerId="LiveId" clId="{D440C572-698E-49C8-A665-551E14B044C4}" dt="2024-06-06T04:53:50.626" v="1925" actId="1076"/>
          <ac:picMkLst>
            <pc:docMk/>
            <pc:sldMk cId="2486529838" sldId="312"/>
            <ac:picMk id="12" creationId="{0A3ABFEA-A56A-6C10-E837-5E9607127954}"/>
          </ac:picMkLst>
        </pc:picChg>
        <pc:picChg chg="add mod">
          <ac:chgData name="奇 周" userId="81ef359ddaddc9d8" providerId="LiveId" clId="{D440C572-698E-49C8-A665-551E14B044C4}" dt="2024-06-06T04:53:35.338" v="1921" actId="1076"/>
          <ac:picMkLst>
            <pc:docMk/>
            <pc:sldMk cId="2486529838" sldId="312"/>
            <ac:picMk id="14" creationId="{DD16212C-A50C-D557-5001-DD1C8EFDBDD3}"/>
          </ac:picMkLst>
        </pc:picChg>
      </pc:sldChg>
      <pc:sldChg chg="addSp delSp modSp mod delAnim modAnim">
        <pc:chgData name="奇 周" userId="81ef359ddaddc9d8" providerId="LiveId" clId="{D440C572-698E-49C8-A665-551E14B044C4}" dt="2024-06-06T04:58:12.053" v="2055"/>
        <pc:sldMkLst>
          <pc:docMk/>
          <pc:sldMk cId="751826391" sldId="313"/>
        </pc:sldMkLst>
        <pc:spChg chg="mod">
          <ac:chgData name="奇 周" userId="81ef359ddaddc9d8" providerId="LiveId" clId="{D440C572-698E-49C8-A665-551E14B044C4}" dt="2024-06-06T04:54:26.706" v="1960"/>
          <ac:spMkLst>
            <pc:docMk/>
            <pc:sldMk cId="751826391" sldId="313"/>
            <ac:spMk id="3" creationId="{14B3284A-1504-BDD8-3575-27E513011883}"/>
          </ac:spMkLst>
        </pc:spChg>
        <pc:spChg chg="add del mod">
          <ac:chgData name="奇 周" userId="81ef359ddaddc9d8" providerId="LiveId" clId="{D440C572-698E-49C8-A665-551E14B044C4}" dt="2024-06-06T04:55:42.462" v="2028"/>
          <ac:spMkLst>
            <pc:docMk/>
            <pc:sldMk cId="751826391" sldId="313"/>
            <ac:spMk id="9" creationId="{F67A78DA-124D-F78F-3E71-032CB4090C25}"/>
          </ac:spMkLst>
        </pc:spChg>
        <pc:grpChg chg="mod">
          <ac:chgData name="奇 周" userId="81ef359ddaddc9d8" providerId="LiveId" clId="{D440C572-698E-49C8-A665-551E14B044C4}" dt="2024-06-06T04:57:54.956" v="2051" actId="1076"/>
          <ac:grpSpMkLst>
            <pc:docMk/>
            <pc:sldMk cId="751826391" sldId="313"/>
            <ac:grpSpMk id="26" creationId="{00DFED53-776B-10FF-E198-E7F748AB768B}"/>
          </ac:grpSpMkLst>
        </pc:grpChg>
        <pc:picChg chg="add mod">
          <ac:chgData name="奇 周" userId="81ef359ddaddc9d8" providerId="LiveId" clId="{D440C572-698E-49C8-A665-551E14B044C4}" dt="2024-06-06T04:58:09.544" v="2054" actId="1076"/>
          <ac:picMkLst>
            <pc:docMk/>
            <pc:sldMk cId="751826391" sldId="313"/>
            <ac:picMk id="4" creationId="{970EC4FA-C756-ACE8-68D2-C683BA1BBE4A}"/>
          </ac:picMkLst>
        </pc:picChg>
        <pc:picChg chg="add mod">
          <ac:chgData name="奇 周" userId="81ef359ddaddc9d8" providerId="LiveId" clId="{D440C572-698E-49C8-A665-551E14B044C4}" dt="2024-06-06T04:57:56.842" v="2052" actId="1076"/>
          <ac:picMkLst>
            <pc:docMk/>
            <pc:sldMk cId="751826391" sldId="313"/>
            <ac:picMk id="6" creationId="{C4DE8FD2-6C3B-CDDA-C7FB-02D653138CDD}"/>
          </ac:picMkLst>
        </pc:picChg>
        <pc:picChg chg="del">
          <ac:chgData name="奇 周" userId="81ef359ddaddc9d8" providerId="LiveId" clId="{D440C572-698E-49C8-A665-551E14B044C4}" dt="2024-06-06T04:57:16.847" v="2036" actId="478"/>
          <ac:picMkLst>
            <pc:docMk/>
            <pc:sldMk cId="751826391" sldId="313"/>
            <ac:picMk id="8" creationId="{133531CA-BCAE-5C1D-C3A1-BE42AFE497AD}"/>
          </ac:picMkLst>
        </pc:picChg>
        <pc:picChg chg="add mod ord">
          <ac:chgData name="奇 周" userId="81ef359ddaddc9d8" providerId="LiveId" clId="{D440C572-698E-49C8-A665-551E14B044C4}" dt="2024-06-06T04:57:39.889" v="2046" actId="1076"/>
          <ac:picMkLst>
            <pc:docMk/>
            <pc:sldMk cId="751826391" sldId="313"/>
            <ac:picMk id="10" creationId="{853FFA82-8687-08B9-B16E-F4BCFD534912}"/>
          </ac:picMkLst>
        </pc:picChg>
        <pc:picChg chg="del">
          <ac:chgData name="奇 周" userId="81ef359ddaddc9d8" providerId="LiveId" clId="{D440C572-698E-49C8-A665-551E14B044C4}" dt="2024-06-06T04:56:43.351" v="2032" actId="478"/>
          <ac:picMkLst>
            <pc:docMk/>
            <pc:sldMk cId="751826391" sldId="313"/>
            <ac:picMk id="12" creationId="{0A3ABFEA-A56A-6C10-E837-5E9607127954}"/>
          </ac:picMkLst>
        </pc:picChg>
        <pc:picChg chg="del">
          <ac:chgData name="奇 周" userId="81ef359ddaddc9d8" providerId="LiveId" clId="{D440C572-698E-49C8-A665-551E14B044C4}" dt="2024-06-06T04:55:44.695" v="2029" actId="478"/>
          <ac:picMkLst>
            <pc:docMk/>
            <pc:sldMk cId="751826391" sldId="313"/>
            <ac:picMk id="14" creationId="{DD16212C-A50C-D557-5001-DD1C8EFDBDD3}"/>
          </ac:picMkLst>
        </pc:picChg>
      </pc:sldChg>
      <pc:sldChg chg="addSp delSp modSp mod addAnim delAnim modAnim">
        <pc:chgData name="奇 周" userId="81ef359ddaddc9d8" providerId="LiveId" clId="{D440C572-698E-49C8-A665-551E14B044C4}" dt="2024-06-06T05:14:49.081" v="3769" actId="20577"/>
        <pc:sldMkLst>
          <pc:docMk/>
          <pc:sldMk cId="2012098958" sldId="314"/>
        </pc:sldMkLst>
        <pc:spChg chg="add del mod">
          <ac:chgData name="奇 周" userId="81ef359ddaddc9d8" providerId="LiveId" clId="{D440C572-698E-49C8-A665-551E14B044C4}" dt="2024-06-06T05:03:11.738" v="2092" actId="47"/>
          <ac:spMkLst>
            <pc:docMk/>
            <pc:sldMk cId="2012098958" sldId="314"/>
            <ac:spMk id="2" creationId="{AFED6656-8FE8-5A39-92F0-B57DD4D8D20A}"/>
          </ac:spMkLst>
        </pc:spChg>
        <pc:spChg chg="mod">
          <ac:chgData name="奇 周" userId="81ef359ddaddc9d8" providerId="LiveId" clId="{D440C572-698E-49C8-A665-551E14B044C4}" dt="2024-06-06T05:05:28.395" v="2126" actId="14100"/>
          <ac:spMkLst>
            <pc:docMk/>
            <pc:sldMk cId="2012098958" sldId="314"/>
            <ac:spMk id="3" creationId="{14B3284A-1504-BDD8-3575-27E513011883}"/>
          </ac:spMkLst>
        </pc:spChg>
        <pc:spChg chg="add mod">
          <ac:chgData name="奇 周" userId="81ef359ddaddc9d8" providerId="LiveId" clId="{D440C572-698E-49C8-A665-551E14B044C4}" dt="2024-06-06T05:04:31.691" v="2108"/>
          <ac:spMkLst>
            <pc:docMk/>
            <pc:sldMk cId="2012098958" sldId="314"/>
            <ac:spMk id="4" creationId="{BA4BFA39-1D93-B20D-F078-6E67B93A77A9}"/>
          </ac:spMkLst>
        </pc:spChg>
        <pc:spChg chg="add del mod">
          <ac:chgData name="奇 周" userId="81ef359ddaddc9d8" providerId="LiveId" clId="{D440C572-698E-49C8-A665-551E14B044C4}" dt="2024-06-06T05:14:49.081" v="3769" actId="20577"/>
          <ac:spMkLst>
            <pc:docMk/>
            <pc:sldMk cId="2012098958" sldId="314"/>
            <ac:spMk id="7" creationId="{3D9DE426-B1C1-B536-EBFA-F72E79460763}"/>
          </ac:spMkLst>
        </pc:spChg>
        <pc:grpChg chg="add del mod">
          <ac:chgData name="奇 周" userId="81ef359ddaddc9d8" providerId="LiveId" clId="{D440C572-698E-49C8-A665-551E14B044C4}" dt="2024-06-06T05:03:24.469" v="2103" actId="478"/>
          <ac:grpSpMkLst>
            <pc:docMk/>
            <pc:sldMk cId="2012098958" sldId="314"/>
            <ac:grpSpMk id="54" creationId="{EDEC17F4-D94D-296D-4978-2A4A152D9B89}"/>
          </ac:grpSpMkLst>
        </pc:grpChg>
        <pc:cxnChg chg="mod">
          <ac:chgData name="奇 周" userId="81ef359ddaddc9d8" providerId="LiveId" clId="{D440C572-698E-49C8-A665-551E14B044C4}" dt="2024-06-06T05:03:24.469" v="2103" actId="478"/>
          <ac:cxnSpMkLst>
            <pc:docMk/>
            <pc:sldMk cId="2012098958" sldId="314"/>
            <ac:cxnSpMk id="23" creationId="{FC92885E-920D-88F1-A440-B904B67208B0}"/>
          </ac:cxnSpMkLst>
        </pc:cxnChg>
        <pc:cxnChg chg="mod">
          <ac:chgData name="奇 周" userId="81ef359ddaddc9d8" providerId="LiveId" clId="{D440C572-698E-49C8-A665-551E14B044C4}" dt="2024-06-06T05:03:24.469" v="2103" actId="478"/>
          <ac:cxnSpMkLst>
            <pc:docMk/>
            <pc:sldMk cId="2012098958" sldId="314"/>
            <ac:cxnSpMk id="25" creationId="{33B96DB2-5CAF-90B4-DF91-4D525E1DABC6}"/>
          </ac:cxnSpMkLst>
        </pc:cxnChg>
        <pc:cxnChg chg="mod">
          <ac:chgData name="奇 周" userId="81ef359ddaddc9d8" providerId="LiveId" clId="{D440C572-698E-49C8-A665-551E14B044C4}" dt="2024-06-06T05:03:24.469" v="2103" actId="478"/>
          <ac:cxnSpMkLst>
            <pc:docMk/>
            <pc:sldMk cId="2012098958" sldId="314"/>
            <ac:cxnSpMk id="27" creationId="{6B934D86-7407-F97B-0EE8-C81DA930E6E9}"/>
          </ac:cxnSpMkLst>
        </pc:cxnChg>
        <pc:cxnChg chg="mod">
          <ac:chgData name="奇 周" userId="81ef359ddaddc9d8" providerId="LiveId" clId="{D440C572-698E-49C8-A665-551E14B044C4}" dt="2024-06-06T05:03:24.469" v="2103" actId="478"/>
          <ac:cxnSpMkLst>
            <pc:docMk/>
            <pc:sldMk cId="2012098958" sldId="314"/>
            <ac:cxnSpMk id="45" creationId="{7D8CBD59-C2DC-9D1B-DF19-C9E392D56748}"/>
          </ac:cxnSpMkLst>
        </pc:cxnChg>
        <pc:cxnChg chg="mod">
          <ac:chgData name="奇 周" userId="81ef359ddaddc9d8" providerId="LiveId" clId="{D440C572-698E-49C8-A665-551E14B044C4}" dt="2024-06-06T05:03:24.469" v="2103" actId="478"/>
          <ac:cxnSpMkLst>
            <pc:docMk/>
            <pc:sldMk cId="2012098958" sldId="314"/>
            <ac:cxnSpMk id="49" creationId="{AB907ABD-31DA-68E2-5CEA-1422F02B735B}"/>
          </ac:cxnSpMkLst>
        </pc:cxnChg>
        <pc:cxnChg chg="mod">
          <ac:chgData name="奇 周" userId="81ef359ddaddc9d8" providerId="LiveId" clId="{D440C572-698E-49C8-A665-551E14B044C4}" dt="2024-06-06T05:03:24.469" v="2103" actId="478"/>
          <ac:cxnSpMkLst>
            <pc:docMk/>
            <pc:sldMk cId="2012098958" sldId="314"/>
            <ac:cxnSpMk id="51" creationId="{E567A287-F185-73F3-24E4-13B1071D83C9}"/>
          </ac:cxnSpMkLst>
        </pc:cxnChg>
        <pc:cxnChg chg="mod">
          <ac:chgData name="奇 周" userId="81ef359ddaddc9d8" providerId="LiveId" clId="{D440C572-698E-49C8-A665-551E14B044C4}" dt="2024-06-06T05:03:24.469" v="2103" actId="478"/>
          <ac:cxnSpMkLst>
            <pc:docMk/>
            <pc:sldMk cId="2012098958" sldId="314"/>
            <ac:cxnSpMk id="53" creationId="{1F2CB078-41C0-C221-2DB2-32FEAC5226C4}"/>
          </ac:cxnSpMkLst>
        </pc:cxnChg>
      </pc:sldChg>
    </pc:docChg>
  </pc:docChgLst>
  <pc:docChgLst>
    <pc:chgData name="奇 周" userId="81ef359ddaddc9d8" providerId="LiveId" clId="{457FDECE-FE58-48A9-BA50-CD8F9DA298DF}"/>
    <pc:docChg chg="undo custSel addSld delSld modSld">
      <pc:chgData name="奇 周" userId="81ef359ddaddc9d8" providerId="LiveId" clId="{457FDECE-FE58-48A9-BA50-CD8F9DA298DF}" dt="2024-07-18T08:11:57.219" v="5025"/>
      <pc:docMkLst>
        <pc:docMk/>
      </pc:docMkLst>
      <pc:sldChg chg="modSp mod setBg">
        <pc:chgData name="奇 周" userId="81ef359ddaddc9d8" providerId="LiveId" clId="{457FDECE-FE58-48A9-BA50-CD8F9DA298DF}" dt="2024-07-17T09:51:35.153" v="3325" actId="1076"/>
        <pc:sldMkLst>
          <pc:docMk/>
          <pc:sldMk cId="127529411" sldId="276"/>
        </pc:sldMkLst>
        <pc:spChg chg="mod">
          <ac:chgData name="奇 周" userId="81ef359ddaddc9d8" providerId="LiveId" clId="{457FDECE-FE58-48A9-BA50-CD8F9DA298DF}" dt="2024-07-17T01:55:21.103" v="177"/>
          <ac:spMkLst>
            <pc:docMk/>
            <pc:sldMk cId="127529411" sldId="276"/>
            <ac:spMk id="2" creationId="{00000000-0000-0000-0000-000000000000}"/>
          </ac:spMkLst>
        </pc:spChg>
        <pc:graphicFrameChg chg="mod">
          <ac:chgData name="奇 周" userId="81ef359ddaddc9d8" providerId="LiveId" clId="{457FDECE-FE58-48A9-BA50-CD8F9DA298DF}" dt="2024-07-17T09:51:35.153" v="3325" actId="1076"/>
          <ac:graphicFrameMkLst>
            <pc:docMk/>
            <pc:sldMk cId="127529411" sldId="276"/>
            <ac:graphicFrameMk id="9" creationId="{00000000-0000-0000-0000-000000000000}"/>
          </ac:graphicFrameMkLst>
        </pc:graphicFrameChg>
      </pc:sldChg>
      <pc:sldChg chg="delSp modSp del mod">
        <pc:chgData name="奇 周" userId="81ef359ddaddc9d8" providerId="LiveId" clId="{457FDECE-FE58-48A9-BA50-CD8F9DA298DF}" dt="2024-07-17T02:33:35.658" v="307" actId="47"/>
        <pc:sldMkLst>
          <pc:docMk/>
          <pc:sldMk cId="0" sldId="281"/>
        </pc:sldMkLst>
        <pc:spChg chg="del">
          <ac:chgData name="奇 周" userId="81ef359ddaddc9d8" providerId="LiveId" clId="{457FDECE-FE58-48A9-BA50-CD8F9DA298DF}" dt="2024-07-17T02:29:34.016" v="276" actId="478"/>
          <ac:spMkLst>
            <pc:docMk/>
            <pc:sldMk cId="0" sldId="281"/>
            <ac:spMk id="27" creationId="{00000000-0000-0000-0000-000000000000}"/>
          </ac:spMkLst>
        </pc:spChg>
        <pc:grpChg chg="mod">
          <ac:chgData name="奇 周" userId="81ef359ddaddc9d8" providerId="LiveId" clId="{457FDECE-FE58-48A9-BA50-CD8F9DA298DF}" dt="2024-07-17T02:30:50.267" v="283" actId="1076"/>
          <ac:grpSpMkLst>
            <pc:docMk/>
            <pc:sldMk cId="0" sldId="281"/>
            <ac:grpSpMk id="15" creationId="{00000000-0000-0000-0000-000000000000}"/>
          </ac:grpSpMkLst>
        </pc:grpChg>
        <pc:picChg chg="del">
          <ac:chgData name="奇 周" userId="81ef359ddaddc9d8" providerId="LiveId" clId="{457FDECE-FE58-48A9-BA50-CD8F9DA298DF}" dt="2024-07-17T02:29:36.691" v="277" actId="478"/>
          <ac:picMkLst>
            <pc:docMk/>
            <pc:sldMk cId="0" sldId="281"/>
            <ac:picMk id="26" creationId="{00000000-0000-0000-0000-000000000000}"/>
          </ac:picMkLst>
        </pc:picChg>
      </pc:sldChg>
      <pc:sldChg chg="modSp mod">
        <pc:chgData name="奇 周" userId="81ef359ddaddc9d8" providerId="LiveId" clId="{457FDECE-FE58-48A9-BA50-CD8F9DA298DF}" dt="2024-07-17T09:51:26.443" v="3324" actId="1076"/>
        <pc:sldMkLst>
          <pc:docMk/>
          <pc:sldMk cId="1658472971" sldId="304"/>
        </pc:sldMkLst>
        <pc:graphicFrameChg chg="mod modGraphic">
          <ac:chgData name="奇 周" userId="81ef359ddaddc9d8" providerId="LiveId" clId="{457FDECE-FE58-48A9-BA50-CD8F9DA298DF}" dt="2024-07-17T09:51:26.443" v="3324" actId="1076"/>
          <ac:graphicFrameMkLst>
            <pc:docMk/>
            <pc:sldMk cId="1658472971" sldId="304"/>
            <ac:graphicFrameMk id="3" creationId="{0ED6C0D5-2DFA-399D-2B40-1AFA853B879C}"/>
          </ac:graphicFrameMkLst>
        </pc:graphicFrameChg>
      </pc:sldChg>
      <pc:sldChg chg="addSp delSp modSp mod setBg addAnim delAnim modAnim">
        <pc:chgData name="奇 周" userId="81ef359ddaddc9d8" providerId="LiveId" clId="{457FDECE-FE58-48A9-BA50-CD8F9DA298DF}" dt="2024-07-17T02:47:43.062" v="749"/>
        <pc:sldMkLst>
          <pc:docMk/>
          <pc:sldMk cId="325673056" sldId="306"/>
        </pc:sldMkLst>
        <pc:spChg chg="del mod">
          <ac:chgData name="奇 周" userId="81ef359ddaddc9d8" providerId="LiveId" clId="{457FDECE-FE58-48A9-BA50-CD8F9DA298DF}" dt="2024-07-17T02:34:35.003" v="311" actId="478"/>
          <ac:spMkLst>
            <pc:docMk/>
            <pc:sldMk cId="325673056" sldId="306"/>
            <ac:spMk id="3" creationId="{14B3284A-1504-BDD8-3575-27E513011883}"/>
          </ac:spMkLst>
        </pc:spChg>
        <pc:spChg chg="del">
          <ac:chgData name="奇 周" userId="81ef359ddaddc9d8" providerId="LiveId" clId="{457FDECE-FE58-48A9-BA50-CD8F9DA298DF}" dt="2024-07-17T01:55:57.165" v="204" actId="478"/>
          <ac:spMkLst>
            <pc:docMk/>
            <pc:sldMk cId="325673056" sldId="306"/>
            <ac:spMk id="7" creationId="{3D9DE426-B1C1-B536-EBFA-F72E79460763}"/>
          </ac:spMkLst>
        </pc:spChg>
        <pc:spChg chg="add del mod">
          <ac:chgData name="奇 周" userId="81ef359ddaddc9d8" providerId="LiveId" clId="{457FDECE-FE58-48A9-BA50-CD8F9DA298DF}" dt="2024-07-17T02:00:26.813" v="275" actId="478"/>
          <ac:spMkLst>
            <pc:docMk/>
            <pc:sldMk cId="325673056" sldId="306"/>
            <ac:spMk id="9" creationId="{3AE20593-DACD-9C5B-D01C-9AFFED950C66}"/>
          </ac:spMkLst>
        </pc:spChg>
        <pc:spChg chg="add mod">
          <ac:chgData name="奇 周" userId="81ef359ddaddc9d8" providerId="LiveId" clId="{457FDECE-FE58-48A9-BA50-CD8F9DA298DF}" dt="2024-07-17T02:34:57.229" v="312"/>
          <ac:spMkLst>
            <pc:docMk/>
            <pc:sldMk cId="325673056" sldId="306"/>
            <ac:spMk id="10" creationId="{E663E809-3382-9A90-9457-1D4D4F86CAE4}"/>
          </ac:spMkLst>
        </pc:spChg>
        <pc:spChg chg="add mod">
          <ac:chgData name="奇 周" userId="81ef359ddaddc9d8" providerId="LiveId" clId="{457FDECE-FE58-48A9-BA50-CD8F9DA298DF}" dt="2024-07-17T02:36:57.333" v="322" actId="1076"/>
          <ac:spMkLst>
            <pc:docMk/>
            <pc:sldMk cId="325673056" sldId="306"/>
            <ac:spMk id="11" creationId="{E604E99B-2E84-FE8E-C3B3-BCD7B834B884}"/>
          </ac:spMkLst>
        </pc:spChg>
        <pc:spChg chg="add mod">
          <ac:chgData name="奇 周" userId="81ef359ddaddc9d8" providerId="LiveId" clId="{457FDECE-FE58-48A9-BA50-CD8F9DA298DF}" dt="2024-07-17T02:36:56.842" v="321" actId="1076"/>
          <ac:spMkLst>
            <pc:docMk/>
            <pc:sldMk cId="325673056" sldId="306"/>
            <ac:spMk id="18" creationId="{9A1D9E00-42C0-6F20-DE3E-6A90F8118B86}"/>
          </ac:spMkLst>
        </pc:spChg>
        <pc:spChg chg="add del mod">
          <ac:chgData name="奇 周" userId="81ef359ddaddc9d8" providerId="LiveId" clId="{457FDECE-FE58-48A9-BA50-CD8F9DA298DF}" dt="2024-07-17T02:38:52.005" v="448"/>
          <ac:spMkLst>
            <pc:docMk/>
            <pc:sldMk cId="325673056" sldId="306"/>
            <ac:spMk id="19" creationId="{67AB2FC6-976C-2ABB-F8F0-F73200DA827C}"/>
          </ac:spMkLst>
        </pc:spChg>
        <pc:grpChg chg="del">
          <ac:chgData name="奇 周" userId="81ef359ddaddc9d8" providerId="LiveId" clId="{457FDECE-FE58-48A9-BA50-CD8F9DA298DF}" dt="2024-07-17T01:55:49.923" v="203" actId="478"/>
          <ac:grpSpMkLst>
            <pc:docMk/>
            <pc:sldMk cId="325673056" sldId="306"/>
            <ac:grpSpMk id="54" creationId="{EDEC17F4-D94D-296D-4978-2A4A152D9B89}"/>
          </ac:grpSpMkLst>
        </pc:grpChg>
        <pc:picChg chg="add del mod">
          <ac:chgData name="奇 周" userId="81ef359ddaddc9d8" providerId="LiveId" clId="{457FDECE-FE58-48A9-BA50-CD8F9DA298DF}" dt="2024-07-17T01:56:59.689" v="210" actId="478"/>
          <ac:picMkLst>
            <pc:docMk/>
            <pc:sldMk cId="325673056" sldId="306"/>
            <ac:picMk id="4" creationId="{C522BED6-0E72-2A65-6884-9524AEA82333}"/>
          </ac:picMkLst>
        </pc:picChg>
        <pc:picChg chg="add del mod modCrop">
          <ac:chgData name="奇 周" userId="81ef359ddaddc9d8" providerId="LiveId" clId="{457FDECE-FE58-48A9-BA50-CD8F9DA298DF}" dt="2024-07-17T02:34:32.633" v="310" actId="478"/>
          <ac:picMkLst>
            <pc:docMk/>
            <pc:sldMk cId="325673056" sldId="306"/>
            <ac:picMk id="6" creationId="{40767B0A-F140-C7C9-818D-E4A3F8EB2F64}"/>
          </ac:picMkLst>
        </pc:picChg>
        <pc:cxnChg chg="mod">
          <ac:chgData name="奇 周" userId="81ef359ddaddc9d8" providerId="LiveId" clId="{457FDECE-FE58-48A9-BA50-CD8F9DA298DF}" dt="2024-07-17T01:55:49.923" v="203" actId="478"/>
          <ac:cxnSpMkLst>
            <pc:docMk/>
            <pc:sldMk cId="325673056" sldId="306"/>
            <ac:cxnSpMk id="23" creationId="{FC92885E-920D-88F1-A440-B904B67208B0}"/>
          </ac:cxnSpMkLst>
        </pc:cxnChg>
        <pc:cxnChg chg="mod">
          <ac:chgData name="奇 周" userId="81ef359ddaddc9d8" providerId="LiveId" clId="{457FDECE-FE58-48A9-BA50-CD8F9DA298DF}" dt="2024-07-17T01:55:49.923" v="203" actId="478"/>
          <ac:cxnSpMkLst>
            <pc:docMk/>
            <pc:sldMk cId="325673056" sldId="306"/>
            <ac:cxnSpMk id="25" creationId="{33B96DB2-5CAF-90B4-DF91-4D525E1DABC6}"/>
          </ac:cxnSpMkLst>
        </pc:cxnChg>
        <pc:cxnChg chg="mod">
          <ac:chgData name="奇 周" userId="81ef359ddaddc9d8" providerId="LiveId" clId="{457FDECE-FE58-48A9-BA50-CD8F9DA298DF}" dt="2024-07-17T01:55:49.923" v="203" actId="478"/>
          <ac:cxnSpMkLst>
            <pc:docMk/>
            <pc:sldMk cId="325673056" sldId="306"/>
            <ac:cxnSpMk id="27" creationId="{6B934D86-7407-F97B-0EE8-C81DA930E6E9}"/>
          </ac:cxnSpMkLst>
        </pc:cxnChg>
        <pc:cxnChg chg="mod">
          <ac:chgData name="奇 周" userId="81ef359ddaddc9d8" providerId="LiveId" clId="{457FDECE-FE58-48A9-BA50-CD8F9DA298DF}" dt="2024-07-17T01:55:49.923" v="203" actId="478"/>
          <ac:cxnSpMkLst>
            <pc:docMk/>
            <pc:sldMk cId="325673056" sldId="306"/>
            <ac:cxnSpMk id="45" creationId="{7D8CBD59-C2DC-9D1B-DF19-C9E392D56748}"/>
          </ac:cxnSpMkLst>
        </pc:cxnChg>
        <pc:cxnChg chg="mod">
          <ac:chgData name="奇 周" userId="81ef359ddaddc9d8" providerId="LiveId" clId="{457FDECE-FE58-48A9-BA50-CD8F9DA298DF}" dt="2024-07-17T01:55:49.923" v="203" actId="478"/>
          <ac:cxnSpMkLst>
            <pc:docMk/>
            <pc:sldMk cId="325673056" sldId="306"/>
            <ac:cxnSpMk id="49" creationId="{AB907ABD-31DA-68E2-5CEA-1422F02B735B}"/>
          </ac:cxnSpMkLst>
        </pc:cxnChg>
        <pc:cxnChg chg="mod">
          <ac:chgData name="奇 周" userId="81ef359ddaddc9d8" providerId="LiveId" clId="{457FDECE-FE58-48A9-BA50-CD8F9DA298DF}" dt="2024-07-17T01:55:49.923" v="203" actId="478"/>
          <ac:cxnSpMkLst>
            <pc:docMk/>
            <pc:sldMk cId="325673056" sldId="306"/>
            <ac:cxnSpMk id="51" creationId="{E567A287-F185-73F3-24E4-13B1071D83C9}"/>
          </ac:cxnSpMkLst>
        </pc:cxnChg>
        <pc:cxnChg chg="mod">
          <ac:chgData name="奇 周" userId="81ef359ddaddc9d8" providerId="LiveId" clId="{457FDECE-FE58-48A9-BA50-CD8F9DA298DF}" dt="2024-07-17T01:55:49.923" v="203" actId="478"/>
          <ac:cxnSpMkLst>
            <pc:docMk/>
            <pc:sldMk cId="325673056" sldId="306"/>
            <ac:cxnSpMk id="53" creationId="{1F2CB078-41C0-C221-2DB2-32FEAC5226C4}"/>
          </ac:cxnSpMkLst>
        </pc:cxnChg>
      </pc:sldChg>
      <pc:sldChg chg="del setBg">
        <pc:chgData name="奇 周" userId="81ef359ddaddc9d8" providerId="LiveId" clId="{457FDECE-FE58-48A9-BA50-CD8F9DA298DF}" dt="2024-07-17T03:10:54.805" v="2027" actId="47"/>
        <pc:sldMkLst>
          <pc:docMk/>
          <pc:sldMk cId="307770117" sldId="307"/>
        </pc:sldMkLst>
      </pc:sldChg>
      <pc:sldChg chg="del">
        <pc:chgData name="奇 周" userId="81ef359ddaddc9d8" providerId="LiveId" clId="{457FDECE-FE58-48A9-BA50-CD8F9DA298DF}" dt="2024-07-17T03:10:57.762" v="2028" actId="47"/>
        <pc:sldMkLst>
          <pc:docMk/>
          <pc:sldMk cId="772591027" sldId="308"/>
        </pc:sldMkLst>
      </pc:sldChg>
      <pc:sldChg chg="del">
        <pc:chgData name="奇 周" userId="81ef359ddaddc9d8" providerId="LiveId" clId="{457FDECE-FE58-48A9-BA50-CD8F9DA298DF}" dt="2024-07-17T03:11:34.188" v="2034" actId="47"/>
        <pc:sldMkLst>
          <pc:docMk/>
          <pc:sldMk cId="3764020672" sldId="309"/>
        </pc:sldMkLst>
      </pc:sldChg>
      <pc:sldChg chg="del">
        <pc:chgData name="奇 周" userId="81ef359ddaddc9d8" providerId="LiveId" clId="{457FDECE-FE58-48A9-BA50-CD8F9DA298DF}" dt="2024-07-17T03:11:31.356" v="2033" actId="47"/>
        <pc:sldMkLst>
          <pc:docMk/>
          <pc:sldMk cId="2379264508" sldId="310"/>
        </pc:sldMkLst>
      </pc:sldChg>
      <pc:sldChg chg="del">
        <pc:chgData name="奇 周" userId="81ef359ddaddc9d8" providerId="LiveId" clId="{457FDECE-FE58-48A9-BA50-CD8F9DA298DF}" dt="2024-07-17T03:11:29.048" v="2032" actId="47"/>
        <pc:sldMkLst>
          <pc:docMk/>
          <pc:sldMk cId="1866039215" sldId="311"/>
        </pc:sldMkLst>
      </pc:sldChg>
      <pc:sldChg chg="del">
        <pc:chgData name="奇 周" userId="81ef359ddaddc9d8" providerId="LiveId" clId="{457FDECE-FE58-48A9-BA50-CD8F9DA298DF}" dt="2024-07-17T03:11:27.143" v="2031" actId="47"/>
        <pc:sldMkLst>
          <pc:docMk/>
          <pc:sldMk cId="2486529838" sldId="312"/>
        </pc:sldMkLst>
      </pc:sldChg>
      <pc:sldChg chg="del">
        <pc:chgData name="奇 周" userId="81ef359ddaddc9d8" providerId="LiveId" clId="{457FDECE-FE58-48A9-BA50-CD8F9DA298DF}" dt="2024-07-17T03:11:25.460" v="2030" actId="47"/>
        <pc:sldMkLst>
          <pc:docMk/>
          <pc:sldMk cId="751826391" sldId="313"/>
        </pc:sldMkLst>
      </pc:sldChg>
      <pc:sldChg chg="del">
        <pc:chgData name="奇 周" userId="81ef359ddaddc9d8" providerId="LiveId" clId="{457FDECE-FE58-48A9-BA50-CD8F9DA298DF}" dt="2024-07-17T03:11:23.814" v="2029" actId="47"/>
        <pc:sldMkLst>
          <pc:docMk/>
          <pc:sldMk cId="2012098958" sldId="314"/>
        </pc:sldMkLst>
      </pc:sldChg>
      <pc:sldChg chg="add del setBg">
        <pc:chgData name="奇 周" userId="81ef359ddaddc9d8" providerId="LiveId" clId="{457FDECE-FE58-48A9-BA50-CD8F9DA298DF}" dt="2024-07-17T02:55:19.981" v="1142" actId="47"/>
        <pc:sldMkLst>
          <pc:docMk/>
          <pc:sldMk cId="0" sldId="315"/>
        </pc:sldMkLst>
      </pc:sldChg>
      <pc:sldChg chg="new del">
        <pc:chgData name="奇 周" userId="81ef359ddaddc9d8" providerId="LiveId" clId="{457FDECE-FE58-48A9-BA50-CD8F9DA298DF}" dt="2024-07-17T01:53:44.535" v="41" actId="2696"/>
        <pc:sldMkLst>
          <pc:docMk/>
          <pc:sldMk cId="1408813408" sldId="315"/>
        </pc:sldMkLst>
      </pc:sldChg>
      <pc:sldChg chg="new del">
        <pc:chgData name="奇 周" userId="81ef359ddaddc9d8" providerId="LiveId" clId="{457FDECE-FE58-48A9-BA50-CD8F9DA298DF}" dt="2024-07-17T01:52:55.486" v="39" actId="2696"/>
        <pc:sldMkLst>
          <pc:docMk/>
          <pc:sldMk cId="4119596470" sldId="315"/>
        </pc:sldMkLst>
      </pc:sldChg>
      <pc:sldChg chg="addSp delSp modSp add mod modAnim">
        <pc:chgData name="奇 周" userId="81ef359ddaddc9d8" providerId="LiveId" clId="{457FDECE-FE58-48A9-BA50-CD8F9DA298DF}" dt="2024-07-17T03:12:33.154" v="2149"/>
        <pc:sldMkLst>
          <pc:docMk/>
          <pc:sldMk cId="2076573853" sldId="316"/>
        </pc:sldMkLst>
        <pc:spChg chg="del">
          <ac:chgData name="奇 周" userId="81ef359ddaddc9d8" providerId="LiveId" clId="{457FDECE-FE58-48A9-BA50-CD8F9DA298DF}" dt="2024-07-17T02:30:41.285" v="281" actId="478"/>
          <ac:spMkLst>
            <pc:docMk/>
            <pc:sldMk cId="2076573853" sldId="316"/>
            <ac:spMk id="3" creationId="{14B3284A-1504-BDD8-3575-27E513011883}"/>
          </ac:spMkLst>
        </pc:spChg>
        <pc:spChg chg="mod">
          <ac:chgData name="奇 周" userId="81ef359ddaddc9d8" providerId="LiveId" clId="{457FDECE-FE58-48A9-BA50-CD8F9DA298DF}" dt="2024-07-17T02:30:42.094" v="282"/>
          <ac:spMkLst>
            <pc:docMk/>
            <pc:sldMk cId="2076573853" sldId="316"/>
            <ac:spMk id="4" creationId="{65556583-1673-FE25-3624-40A51A3B5F67}"/>
          </ac:spMkLst>
        </pc:spChg>
        <pc:spChg chg="mod">
          <ac:chgData name="奇 周" userId="81ef359ddaddc9d8" providerId="LiveId" clId="{457FDECE-FE58-48A9-BA50-CD8F9DA298DF}" dt="2024-07-17T02:31:48.431" v="291" actId="1076"/>
          <ac:spMkLst>
            <pc:docMk/>
            <pc:sldMk cId="2076573853" sldId="316"/>
            <ac:spMk id="5" creationId="{EE2443CB-CD08-D0FF-45A9-E4C9D2879CB0}"/>
          </ac:spMkLst>
        </pc:spChg>
        <pc:spChg chg="mod">
          <ac:chgData name="奇 周" userId="81ef359ddaddc9d8" providerId="LiveId" clId="{457FDECE-FE58-48A9-BA50-CD8F9DA298DF}" dt="2024-07-17T02:31:43.888" v="290" actId="6549"/>
          <ac:spMkLst>
            <pc:docMk/>
            <pc:sldMk cId="2076573853" sldId="316"/>
            <ac:spMk id="7" creationId="{86E56350-361E-99DF-B9F6-84970000BE30}"/>
          </ac:spMkLst>
        </pc:spChg>
        <pc:spChg chg="mod">
          <ac:chgData name="奇 周" userId="81ef359ddaddc9d8" providerId="LiveId" clId="{457FDECE-FE58-48A9-BA50-CD8F9DA298DF}" dt="2024-07-17T02:30:42.094" v="282"/>
          <ac:spMkLst>
            <pc:docMk/>
            <pc:sldMk cId="2076573853" sldId="316"/>
            <ac:spMk id="10" creationId="{2AF79AB4-F134-90D7-F115-DF4AA64C9DF7}"/>
          </ac:spMkLst>
        </pc:spChg>
        <pc:spChg chg="mod">
          <ac:chgData name="奇 周" userId="81ef359ddaddc9d8" providerId="LiveId" clId="{457FDECE-FE58-48A9-BA50-CD8F9DA298DF}" dt="2024-07-17T03:12:22.765" v="2114"/>
          <ac:spMkLst>
            <pc:docMk/>
            <pc:sldMk cId="2076573853" sldId="316"/>
            <ac:spMk id="11" creationId="{B2349179-69BE-A07D-CADF-4C721A02AEC7}"/>
          </ac:spMkLst>
        </pc:spChg>
        <pc:spChg chg="mod">
          <ac:chgData name="奇 周" userId="81ef359ddaddc9d8" providerId="LiveId" clId="{457FDECE-FE58-48A9-BA50-CD8F9DA298DF}" dt="2024-07-17T02:31:54.429" v="292" actId="6549"/>
          <ac:spMkLst>
            <pc:docMk/>
            <pc:sldMk cId="2076573853" sldId="316"/>
            <ac:spMk id="12" creationId="{061DE2A8-E3AC-54B1-3A2C-923DAC1D18C2}"/>
          </ac:spMkLst>
        </pc:spChg>
        <pc:spChg chg="mod">
          <ac:chgData name="奇 周" userId="81ef359ddaddc9d8" providerId="LiveId" clId="{457FDECE-FE58-48A9-BA50-CD8F9DA298DF}" dt="2024-07-17T02:30:42.094" v="282"/>
          <ac:spMkLst>
            <pc:docMk/>
            <pc:sldMk cId="2076573853" sldId="316"/>
            <ac:spMk id="15" creationId="{7A7BEB18-6945-251C-8204-A31AE616469C}"/>
          </ac:spMkLst>
        </pc:spChg>
        <pc:spChg chg="mod">
          <ac:chgData name="奇 周" userId="81ef359ddaddc9d8" providerId="LiveId" clId="{457FDECE-FE58-48A9-BA50-CD8F9DA298DF}" dt="2024-07-17T03:12:33.154" v="2149"/>
          <ac:spMkLst>
            <pc:docMk/>
            <pc:sldMk cId="2076573853" sldId="316"/>
            <ac:spMk id="16" creationId="{22932B8F-B2E0-A809-E527-3AADBE465747}"/>
          </ac:spMkLst>
        </pc:spChg>
        <pc:spChg chg="mod">
          <ac:chgData name="奇 周" userId="81ef359ddaddc9d8" providerId="LiveId" clId="{457FDECE-FE58-48A9-BA50-CD8F9DA298DF}" dt="2024-07-17T02:32:07.048" v="294" actId="6549"/>
          <ac:spMkLst>
            <pc:docMk/>
            <pc:sldMk cId="2076573853" sldId="316"/>
            <ac:spMk id="17" creationId="{0F151D7E-DBB4-7223-9D74-D0799F1E319A}"/>
          </ac:spMkLst>
        </pc:spChg>
        <pc:spChg chg="mod">
          <ac:chgData name="奇 周" userId="81ef359ddaddc9d8" providerId="LiveId" clId="{457FDECE-FE58-48A9-BA50-CD8F9DA298DF}" dt="2024-07-17T02:30:42.094" v="282"/>
          <ac:spMkLst>
            <pc:docMk/>
            <pc:sldMk cId="2076573853" sldId="316"/>
            <ac:spMk id="21" creationId="{22BE2B40-1D2B-8632-619B-9B673FDCD0BD}"/>
          </ac:spMkLst>
        </pc:spChg>
        <pc:spChg chg="mod">
          <ac:chgData name="奇 周" userId="81ef359ddaddc9d8" providerId="LiveId" clId="{457FDECE-FE58-48A9-BA50-CD8F9DA298DF}" dt="2024-07-17T02:33:09.275" v="306" actId="1038"/>
          <ac:spMkLst>
            <pc:docMk/>
            <pc:sldMk cId="2076573853" sldId="316"/>
            <ac:spMk id="22" creationId="{9D76C8F1-1B0B-E4E2-BE19-A5C6E44F6CF8}"/>
          </ac:spMkLst>
        </pc:spChg>
        <pc:spChg chg="del mod">
          <ac:chgData name="奇 周" userId="81ef359ddaddc9d8" providerId="LiveId" clId="{457FDECE-FE58-48A9-BA50-CD8F9DA298DF}" dt="2024-07-17T02:32:17.249" v="297" actId="478"/>
          <ac:spMkLst>
            <pc:docMk/>
            <pc:sldMk cId="2076573853" sldId="316"/>
            <ac:spMk id="23" creationId="{B6A1936E-D6D3-0F51-855A-2A182E5BA47E}"/>
          </ac:spMkLst>
        </pc:spChg>
        <pc:spChg chg="mod">
          <ac:chgData name="奇 周" userId="81ef359ddaddc9d8" providerId="LiveId" clId="{457FDECE-FE58-48A9-BA50-CD8F9DA298DF}" dt="2024-07-17T02:30:54.503" v="284"/>
          <ac:spMkLst>
            <pc:docMk/>
            <pc:sldMk cId="2076573853" sldId="316"/>
            <ac:spMk id="27" creationId="{EC03AA08-30B7-99C4-C165-A2F97C160C4D}"/>
          </ac:spMkLst>
        </pc:spChg>
        <pc:spChg chg="mod">
          <ac:chgData name="奇 周" userId="81ef359ddaddc9d8" providerId="LiveId" clId="{457FDECE-FE58-48A9-BA50-CD8F9DA298DF}" dt="2024-07-17T02:30:54.503" v="284"/>
          <ac:spMkLst>
            <pc:docMk/>
            <pc:sldMk cId="2076573853" sldId="316"/>
            <ac:spMk id="28" creationId="{6BA6B97E-0442-EFEC-E6F2-F3DDCAD2E754}"/>
          </ac:spMkLst>
        </pc:spChg>
        <pc:spChg chg="mod">
          <ac:chgData name="奇 周" userId="81ef359ddaddc9d8" providerId="LiveId" clId="{457FDECE-FE58-48A9-BA50-CD8F9DA298DF}" dt="2024-07-17T02:30:54.503" v="284"/>
          <ac:spMkLst>
            <pc:docMk/>
            <pc:sldMk cId="2076573853" sldId="316"/>
            <ac:spMk id="29" creationId="{2B092DBA-ED5F-310F-08B9-C2DD5282BDF0}"/>
          </ac:spMkLst>
        </pc:spChg>
        <pc:spChg chg="mod">
          <ac:chgData name="奇 周" userId="81ef359ddaddc9d8" providerId="LiveId" clId="{457FDECE-FE58-48A9-BA50-CD8F9DA298DF}" dt="2024-07-17T02:31:03.770" v="285" actId="6549"/>
          <ac:spMkLst>
            <pc:docMk/>
            <pc:sldMk cId="2076573853" sldId="316"/>
            <ac:spMk id="30" creationId="{3D342D09-1294-2356-87AA-AE3CE911BF12}"/>
          </ac:spMkLst>
        </pc:spChg>
        <pc:grpChg chg="add mod">
          <ac:chgData name="奇 周" userId="81ef359ddaddc9d8" providerId="LiveId" clId="{457FDECE-FE58-48A9-BA50-CD8F9DA298DF}" dt="2024-07-17T02:31:30.659" v="288" actId="164"/>
          <ac:grpSpMkLst>
            <pc:docMk/>
            <pc:sldMk cId="2076573853" sldId="316"/>
            <ac:grpSpMk id="2" creationId="{15EB0550-6D7D-E96B-03ED-61410C5DBA23}"/>
          </ac:grpSpMkLst>
        </pc:grpChg>
        <pc:grpChg chg="add mod">
          <ac:chgData name="奇 周" userId="81ef359ddaddc9d8" providerId="LiveId" clId="{457FDECE-FE58-48A9-BA50-CD8F9DA298DF}" dt="2024-07-17T02:31:22.518" v="287" actId="164"/>
          <ac:grpSpMkLst>
            <pc:docMk/>
            <pc:sldMk cId="2076573853" sldId="316"/>
            <ac:grpSpMk id="9" creationId="{F43CFD33-4805-8868-2814-E5A6E9F090E5}"/>
          </ac:grpSpMkLst>
        </pc:grpChg>
        <pc:grpChg chg="add mod">
          <ac:chgData name="奇 周" userId="81ef359ddaddc9d8" providerId="LiveId" clId="{457FDECE-FE58-48A9-BA50-CD8F9DA298DF}" dt="2024-07-17T02:31:22.518" v="287" actId="164"/>
          <ac:grpSpMkLst>
            <pc:docMk/>
            <pc:sldMk cId="2076573853" sldId="316"/>
            <ac:grpSpMk id="14" creationId="{F1ADC4F6-834E-3F86-57A2-949A2629F613}"/>
          </ac:grpSpMkLst>
        </pc:grpChg>
        <pc:grpChg chg="add mod">
          <ac:chgData name="奇 周" userId="81ef359ddaddc9d8" providerId="LiveId" clId="{457FDECE-FE58-48A9-BA50-CD8F9DA298DF}" dt="2024-07-17T02:31:22.518" v="287" actId="164"/>
          <ac:grpSpMkLst>
            <pc:docMk/>
            <pc:sldMk cId="2076573853" sldId="316"/>
            <ac:grpSpMk id="20" creationId="{20214DA0-FB06-D4CA-172B-E5031E1D0D53}"/>
          </ac:grpSpMkLst>
        </pc:grpChg>
        <pc:grpChg chg="add mod">
          <ac:chgData name="奇 周" userId="81ef359ddaddc9d8" providerId="LiveId" clId="{457FDECE-FE58-48A9-BA50-CD8F9DA298DF}" dt="2024-07-17T02:31:12.894" v="286" actId="1076"/>
          <ac:grpSpMkLst>
            <pc:docMk/>
            <pc:sldMk cId="2076573853" sldId="316"/>
            <ac:grpSpMk id="24" creationId="{1FA3A66B-14F7-407E-E222-9E3AF54AEE87}"/>
          </ac:grpSpMkLst>
        </pc:grpChg>
        <pc:grpChg chg="mod">
          <ac:chgData name="奇 周" userId="81ef359ddaddc9d8" providerId="LiveId" clId="{457FDECE-FE58-48A9-BA50-CD8F9DA298DF}" dt="2024-07-17T02:30:54.503" v="284"/>
          <ac:grpSpMkLst>
            <pc:docMk/>
            <pc:sldMk cId="2076573853" sldId="316"/>
            <ac:grpSpMk id="25" creationId="{57BB1661-420C-8B19-9C24-A3D2C1DE1992}"/>
          </ac:grpSpMkLst>
        </pc:grpChg>
        <pc:grpChg chg="add mod">
          <ac:chgData name="奇 周" userId="81ef359ddaddc9d8" providerId="LiveId" clId="{457FDECE-FE58-48A9-BA50-CD8F9DA298DF}" dt="2024-07-17T02:31:30.659" v="288" actId="164"/>
          <ac:grpSpMkLst>
            <pc:docMk/>
            <pc:sldMk cId="2076573853" sldId="316"/>
            <ac:grpSpMk id="31" creationId="{B26B5291-7C0F-3891-DA57-B307A5FD622C}"/>
          </ac:grpSpMkLst>
        </pc:grpChg>
        <pc:grpChg chg="add mod">
          <ac:chgData name="奇 周" userId="81ef359ddaddc9d8" providerId="LiveId" clId="{457FDECE-FE58-48A9-BA50-CD8F9DA298DF}" dt="2024-07-17T02:31:35.659" v="289" actId="1076"/>
          <ac:grpSpMkLst>
            <pc:docMk/>
            <pc:sldMk cId="2076573853" sldId="316"/>
            <ac:grpSpMk id="32" creationId="{7203FF20-11E6-6B8E-D73F-09E2F39028CD}"/>
          </ac:grpSpMkLst>
        </pc:grpChg>
        <pc:picChg chg="del">
          <ac:chgData name="奇 周" userId="81ef359ddaddc9d8" providerId="LiveId" clId="{457FDECE-FE58-48A9-BA50-CD8F9DA298DF}" dt="2024-07-17T02:30:38.360" v="280" actId="478"/>
          <ac:picMkLst>
            <pc:docMk/>
            <pc:sldMk cId="2076573853" sldId="316"/>
            <ac:picMk id="6" creationId="{40767B0A-F140-C7C9-818D-E4A3F8EB2F64}"/>
          </ac:picMkLst>
        </pc:picChg>
        <pc:cxnChg chg="add mod">
          <ac:chgData name="奇 周" userId="81ef359ddaddc9d8" providerId="LiveId" clId="{457FDECE-FE58-48A9-BA50-CD8F9DA298DF}" dt="2024-07-17T02:31:22.518" v="287" actId="164"/>
          <ac:cxnSpMkLst>
            <pc:docMk/>
            <pc:sldMk cId="2076573853" sldId="316"/>
            <ac:cxnSpMk id="8" creationId="{39428738-1504-5E04-6E3F-B42F5E1D3FBE}"/>
          </ac:cxnSpMkLst>
        </pc:cxnChg>
        <pc:cxnChg chg="add mod">
          <ac:chgData name="奇 周" userId="81ef359ddaddc9d8" providerId="LiveId" clId="{457FDECE-FE58-48A9-BA50-CD8F9DA298DF}" dt="2024-07-17T02:31:22.518" v="287" actId="164"/>
          <ac:cxnSpMkLst>
            <pc:docMk/>
            <pc:sldMk cId="2076573853" sldId="316"/>
            <ac:cxnSpMk id="13" creationId="{5AD7FBD9-36C3-DA1E-332D-AA443293583A}"/>
          </ac:cxnSpMkLst>
        </pc:cxnChg>
        <pc:cxnChg chg="add mod">
          <ac:chgData name="奇 周" userId="81ef359ddaddc9d8" providerId="LiveId" clId="{457FDECE-FE58-48A9-BA50-CD8F9DA298DF}" dt="2024-07-17T02:31:22.518" v="287" actId="164"/>
          <ac:cxnSpMkLst>
            <pc:docMk/>
            <pc:sldMk cId="2076573853" sldId="316"/>
            <ac:cxnSpMk id="18" creationId="{20DD10C2-14A4-52B8-B91B-6CD31FCA676F}"/>
          </ac:cxnSpMkLst>
        </pc:cxnChg>
        <pc:cxnChg chg="add mod">
          <ac:chgData name="奇 周" userId="81ef359ddaddc9d8" providerId="LiveId" clId="{457FDECE-FE58-48A9-BA50-CD8F9DA298DF}" dt="2024-07-17T02:31:22.518" v="287" actId="164"/>
          <ac:cxnSpMkLst>
            <pc:docMk/>
            <pc:sldMk cId="2076573853" sldId="316"/>
            <ac:cxnSpMk id="19" creationId="{C731B502-68FB-E035-AC3D-952021E5715C}"/>
          </ac:cxnSpMkLst>
        </pc:cxnChg>
        <pc:cxnChg chg="mod">
          <ac:chgData name="奇 周" userId="81ef359ddaddc9d8" providerId="LiveId" clId="{457FDECE-FE58-48A9-BA50-CD8F9DA298DF}" dt="2024-07-17T02:30:54.503" v="284"/>
          <ac:cxnSpMkLst>
            <pc:docMk/>
            <pc:sldMk cId="2076573853" sldId="316"/>
            <ac:cxnSpMk id="26" creationId="{EBA15E4E-D142-381F-C9F5-EB37773557D8}"/>
          </ac:cxnSpMkLst>
        </pc:cxnChg>
      </pc:sldChg>
      <pc:sldChg chg="addSp delSp modSp add mod setBg modAnim">
        <pc:chgData name="奇 周" userId="81ef359ddaddc9d8" providerId="LiveId" clId="{457FDECE-FE58-48A9-BA50-CD8F9DA298DF}" dt="2024-07-17T09:58:13.853" v="3568" actId="20577"/>
        <pc:sldMkLst>
          <pc:docMk/>
          <pc:sldMk cId="1896992674" sldId="317"/>
        </pc:sldMkLst>
        <pc:spChg chg="add mod">
          <ac:chgData name="奇 周" userId="81ef359ddaddc9d8" providerId="LiveId" clId="{457FDECE-FE58-48A9-BA50-CD8F9DA298DF}" dt="2024-07-17T09:58:13.853" v="3568" actId="20577"/>
          <ac:spMkLst>
            <pc:docMk/>
            <pc:sldMk cId="1896992674" sldId="317"/>
            <ac:spMk id="2" creationId="{D3F783FD-3C01-4D48-E783-CA810BF49F1B}"/>
          </ac:spMkLst>
        </pc:spChg>
        <pc:spChg chg="add del mod">
          <ac:chgData name="奇 周" userId="81ef359ddaddc9d8" providerId="LiveId" clId="{457FDECE-FE58-48A9-BA50-CD8F9DA298DF}" dt="2024-07-17T02:41:29.073" v="563" actId="478"/>
          <ac:spMkLst>
            <pc:docMk/>
            <pc:sldMk cId="1896992674" sldId="317"/>
            <ac:spMk id="5" creationId="{AF5B085C-6B21-F788-3396-D374496BFE7E}"/>
          </ac:spMkLst>
        </pc:spChg>
        <pc:spChg chg="add del mod">
          <ac:chgData name="奇 周" userId="81ef359ddaddc9d8" providerId="LiveId" clId="{457FDECE-FE58-48A9-BA50-CD8F9DA298DF}" dt="2024-07-17T02:41:24.830" v="561" actId="478"/>
          <ac:spMkLst>
            <pc:docMk/>
            <pc:sldMk cId="1896992674" sldId="317"/>
            <ac:spMk id="7" creationId="{E53132EE-E67F-6121-919B-3A1238C8B8D0}"/>
          </ac:spMkLst>
        </pc:spChg>
        <pc:spChg chg="add del mod">
          <ac:chgData name="奇 周" userId="81ef359ddaddc9d8" providerId="LiveId" clId="{457FDECE-FE58-48A9-BA50-CD8F9DA298DF}" dt="2024-07-17T02:41:33.309" v="564" actId="478"/>
          <ac:spMkLst>
            <pc:docMk/>
            <pc:sldMk cId="1896992674" sldId="317"/>
            <ac:spMk id="8" creationId="{16054132-4942-1012-1670-3C7B6DEB3E89}"/>
          </ac:spMkLst>
        </pc:spChg>
        <pc:spChg chg="add del mod">
          <ac:chgData name="奇 周" userId="81ef359ddaddc9d8" providerId="LiveId" clId="{457FDECE-FE58-48A9-BA50-CD8F9DA298DF}" dt="2024-07-17T02:41:37.339" v="565" actId="478"/>
          <ac:spMkLst>
            <pc:docMk/>
            <pc:sldMk cId="1896992674" sldId="317"/>
            <ac:spMk id="10" creationId="{809B5539-AE19-9499-8F24-FBF2AD114CE7}"/>
          </ac:spMkLst>
        </pc:spChg>
        <pc:spChg chg="add del mod">
          <ac:chgData name="奇 周" userId="81ef359ddaddc9d8" providerId="LiveId" clId="{457FDECE-FE58-48A9-BA50-CD8F9DA298DF}" dt="2024-07-17T02:46:31.117" v="732" actId="478"/>
          <ac:spMkLst>
            <pc:docMk/>
            <pc:sldMk cId="1896992674" sldId="317"/>
            <ac:spMk id="11" creationId="{28281B92-3858-068A-7188-573E88C2D7CD}"/>
          </ac:spMkLst>
        </pc:spChg>
        <pc:spChg chg="add del mod">
          <ac:chgData name="奇 周" userId="81ef359ddaddc9d8" providerId="LiveId" clId="{457FDECE-FE58-48A9-BA50-CD8F9DA298DF}" dt="2024-07-17T02:46:59.266" v="745" actId="478"/>
          <ac:spMkLst>
            <pc:docMk/>
            <pc:sldMk cId="1896992674" sldId="317"/>
            <ac:spMk id="12" creationId="{08DC08FE-B0BD-65B7-9187-96CDD326DC11}"/>
          </ac:spMkLst>
        </pc:spChg>
        <pc:spChg chg="add del mod">
          <ac:chgData name="奇 周" userId="81ef359ddaddc9d8" providerId="LiveId" clId="{457FDECE-FE58-48A9-BA50-CD8F9DA298DF}" dt="2024-07-17T02:46:35.650" v="733" actId="478"/>
          <ac:spMkLst>
            <pc:docMk/>
            <pc:sldMk cId="1896992674" sldId="317"/>
            <ac:spMk id="13" creationId="{31DA7FAE-8046-69D2-6D5F-C9B1B688DA35}"/>
          </ac:spMkLst>
        </pc:spChg>
        <pc:spChg chg="add mod">
          <ac:chgData name="奇 周" userId="81ef359ddaddc9d8" providerId="LiveId" clId="{457FDECE-FE58-48A9-BA50-CD8F9DA298DF}" dt="2024-07-17T02:39:46.719" v="451"/>
          <ac:spMkLst>
            <pc:docMk/>
            <pc:sldMk cId="1896992674" sldId="317"/>
            <ac:spMk id="14" creationId="{41A5CF9F-07DB-6A28-7DD0-4B216D757863}"/>
          </ac:spMkLst>
        </pc:spChg>
        <pc:spChg chg="add mod">
          <ac:chgData name="奇 周" userId="81ef359ddaddc9d8" providerId="LiveId" clId="{457FDECE-FE58-48A9-BA50-CD8F9DA298DF}" dt="2024-07-17T02:39:46.719" v="451"/>
          <ac:spMkLst>
            <pc:docMk/>
            <pc:sldMk cId="1896992674" sldId="317"/>
            <ac:spMk id="15" creationId="{CFB68C3D-4587-8F39-2FD5-F16B8AFCE372}"/>
          </ac:spMkLst>
        </pc:spChg>
        <pc:picChg chg="del">
          <ac:chgData name="奇 周" userId="81ef359ddaddc9d8" providerId="LiveId" clId="{457FDECE-FE58-48A9-BA50-CD8F9DA298DF}" dt="2024-07-17T02:39:45.615" v="450" actId="478"/>
          <ac:picMkLst>
            <pc:docMk/>
            <pc:sldMk cId="1896992674" sldId="317"/>
            <ac:picMk id="6" creationId="{40767B0A-F140-C7C9-818D-E4A3F8EB2F64}"/>
          </ac:picMkLst>
        </pc:picChg>
        <pc:picChg chg="add mod modCrop">
          <ac:chgData name="奇 周" userId="81ef359ddaddc9d8" providerId="LiveId" clId="{457FDECE-FE58-48A9-BA50-CD8F9DA298DF}" dt="2024-07-17T02:47:10.941" v="747" actId="732"/>
          <ac:picMkLst>
            <pc:docMk/>
            <pc:sldMk cId="1896992674" sldId="317"/>
            <ac:picMk id="17" creationId="{DB3FEE7E-3893-D4F6-5388-EBB5C736A4D3}"/>
          </ac:picMkLst>
        </pc:picChg>
        <pc:cxnChg chg="add del mod">
          <ac:chgData name="奇 周" userId="81ef359ddaddc9d8" providerId="LiveId" clId="{457FDECE-FE58-48A9-BA50-CD8F9DA298DF}" dt="2024-07-17T02:41:27.146" v="562" actId="478"/>
          <ac:cxnSpMkLst>
            <pc:docMk/>
            <pc:sldMk cId="1896992674" sldId="317"/>
            <ac:cxnSpMk id="4" creationId="{B4564FC3-6402-C8A2-B5F5-3F08D9DA3AF8}"/>
          </ac:cxnSpMkLst>
        </pc:cxnChg>
        <pc:cxnChg chg="add del mod">
          <ac:chgData name="奇 周" userId="81ef359ddaddc9d8" providerId="LiveId" clId="{457FDECE-FE58-48A9-BA50-CD8F9DA298DF}" dt="2024-07-17T02:41:39.337" v="566" actId="478"/>
          <ac:cxnSpMkLst>
            <pc:docMk/>
            <pc:sldMk cId="1896992674" sldId="317"/>
            <ac:cxnSpMk id="9" creationId="{0752072E-B42D-781E-F20D-4ABD47646E70}"/>
          </ac:cxnSpMkLst>
        </pc:cxnChg>
      </pc:sldChg>
      <pc:sldChg chg="addSp delSp modSp mod addAnim delAnim modAnim">
        <pc:chgData name="奇 周" userId="81ef359ddaddc9d8" providerId="LiveId" clId="{457FDECE-FE58-48A9-BA50-CD8F9DA298DF}" dt="2024-07-18T07:06:02.070" v="4992" actId="1035"/>
        <pc:sldMkLst>
          <pc:docMk/>
          <pc:sldMk cId="3518272899" sldId="318"/>
        </pc:sldMkLst>
        <pc:spChg chg="add del mod">
          <ac:chgData name="奇 周" userId="81ef359ddaddc9d8" providerId="LiveId" clId="{457FDECE-FE58-48A9-BA50-CD8F9DA298DF}" dt="2024-07-17T03:00:22.629" v="1360" actId="478"/>
          <ac:spMkLst>
            <pc:docMk/>
            <pc:sldMk cId="3518272899" sldId="318"/>
            <ac:spMk id="2" creationId="{51C9C0D5-2A9A-ADC2-1D89-649FB63A4ED4}"/>
          </ac:spMkLst>
        </pc:spChg>
        <pc:spChg chg="mod">
          <ac:chgData name="奇 周" userId="81ef359ddaddc9d8" providerId="LiveId" clId="{457FDECE-FE58-48A9-BA50-CD8F9DA298DF}" dt="2024-07-17T03:09:51.282" v="2004"/>
          <ac:spMkLst>
            <pc:docMk/>
            <pc:sldMk cId="3518272899" sldId="318"/>
            <ac:spMk id="3" creationId="{14B3284A-1504-BDD8-3575-27E513011883}"/>
          </ac:spMkLst>
        </pc:spChg>
        <pc:spChg chg="mod">
          <ac:chgData name="奇 周" userId="81ef359ddaddc9d8" providerId="LiveId" clId="{457FDECE-FE58-48A9-BA50-CD8F9DA298DF}" dt="2024-07-17T02:56:01.485" v="1179"/>
          <ac:spMkLst>
            <pc:docMk/>
            <pc:sldMk cId="3518272899" sldId="318"/>
            <ac:spMk id="7" creationId="{5E0A43BF-7AA3-D3F1-3139-12E0DA780703}"/>
          </ac:spMkLst>
        </pc:spChg>
        <pc:spChg chg="del">
          <ac:chgData name="奇 周" userId="81ef359ddaddc9d8" providerId="LiveId" clId="{457FDECE-FE58-48A9-BA50-CD8F9DA298DF}" dt="2024-07-17T02:55:37.717" v="1145" actId="478"/>
          <ac:spMkLst>
            <pc:docMk/>
            <pc:sldMk cId="3518272899" sldId="318"/>
            <ac:spMk id="9" creationId="{F67A78DA-124D-F78F-3E71-032CB4090C25}"/>
          </ac:spMkLst>
        </pc:spChg>
        <pc:spChg chg="mod">
          <ac:chgData name="奇 周" userId="81ef359ddaddc9d8" providerId="LiveId" clId="{457FDECE-FE58-48A9-BA50-CD8F9DA298DF}" dt="2024-07-17T02:56:42.705" v="1216"/>
          <ac:spMkLst>
            <pc:docMk/>
            <pc:sldMk cId="3518272899" sldId="318"/>
            <ac:spMk id="10" creationId="{BDF64C9D-74DE-D89A-339B-7DA4F1DD9BF6}"/>
          </ac:spMkLst>
        </pc:spChg>
        <pc:spChg chg="mod">
          <ac:chgData name="奇 周" userId="81ef359ddaddc9d8" providerId="LiveId" clId="{457FDECE-FE58-48A9-BA50-CD8F9DA298DF}" dt="2024-07-17T02:56:01.485" v="1179"/>
          <ac:spMkLst>
            <pc:docMk/>
            <pc:sldMk cId="3518272899" sldId="318"/>
            <ac:spMk id="11" creationId="{3766AE2B-8FD3-86F7-E590-5BDA65E4D0F2}"/>
          </ac:spMkLst>
        </pc:spChg>
        <pc:spChg chg="mod">
          <ac:chgData name="奇 周" userId="81ef359ddaddc9d8" providerId="LiveId" clId="{457FDECE-FE58-48A9-BA50-CD8F9DA298DF}" dt="2024-07-17T02:56:01.485" v="1179"/>
          <ac:spMkLst>
            <pc:docMk/>
            <pc:sldMk cId="3518272899" sldId="318"/>
            <ac:spMk id="14" creationId="{5BCAA110-4B99-1F5C-046C-8037993AEEF9}"/>
          </ac:spMkLst>
        </pc:spChg>
        <pc:spChg chg="mod">
          <ac:chgData name="奇 周" userId="81ef359ddaddc9d8" providerId="LiveId" clId="{457FDECE-FE58-48A9-BA50-CD8F9DA298DF}" dt="2024-07-17T03:01:33.372" v="1408" actId="20577"/>
          <ac:spMkLst>
            <pc:docMk/>
            <pc:sldMk cId="3518272899" sldId="318"/>
            <ac:spMk id="16" creationId="{6B9116C8-04B1-CD06-DC8B-D83E9D7615F5}"/>
          </ac:spMkLst>
        </pc:spChg>
        <pc:spChg chg="mod">
          <ac:chgData name="奇 周" userId="81ef359ddaddc9d8" providerId="LiveId" clId="{457FDECE-FE58-48A9-BA50-CD8F9DA298DF}" dt="2024-07-17T02:56:01.485" v="1179"/>
          <ac:spMkLst>
            <pc:docMk/>
            <pc:sldMk cId="3518272899" sldId="318"/>
            <ac:spMk id="17" creationId="{48C72169-92B8-E717-075C-1F16AAC0D3C5}"/>
          </ac:spMkLst>
        </pc:spChg>
        <pc:spChg chg="mod">
          <ac:chgData name="奇 周" userId="81ef359ddaddc9d8" providerId="LiveId" clId="{457FDECE-FE58-48A9-BA50-CD8F9DA298DF}" dt="2024-07-17T02:56:01.485" v="1179"/>
          <ac:spMkLst>
            <pc:docMk/>
            <pc:sldMk cId="3518272899" sldId="318"/>
            <ac:spMk id="20" creationId="{02BC2A55-2207-7441-C96A-D1F1BBD3AC80}"/>
          </ac:spMkLst>
        </pc:spChg>
        <pc:spChg chg="mod">
          <ac:chgData name="奇 周" userId="81ef359ddaddc9d8" providerId="LiveId" clId="{457FDECE-FE58-48A9-BA50-CD8F9DA298DF}" dt="2024-07-17T02:58:27.272" v="1312"/>
          <ac:spMkLst>
            <pc:docMk/>
            <pc:sldMk cId="3518272899" sldId="318"/>
            <ac:spMk id="22" creationId="{F7D7EDBB-AB08-6990-6307-76F097244BBB}"/>
          </ac:spMkLst>
        </pc:spChg>
        <pc:spChg chg="mod">
          <ac:chgData name="奇 周" userId="81ef359ddaddc9d8" providerId="LiveId" clId="{457FDECE-FE58-48A9-BA50-CD8F9DA298DF}" dt="2024-07-17T02:56:01.485" v="1179"/>
          <ac:spMkLst>
            <pc:docMk/>
            <pc:sldMk cId="3518272899" sldId="318"/>
            <ac:spMk id="23" creationId="{799B40A3-212E-6A51-BA3D-A9CF56EE4DFB}"/>
          </ac:spMkLst>
        </pc:spChg>
        <pc:spChg chg="mod">
          <ac:chgData name="奇 周" userId="81ef359ddaddc9d8" providerId="LiveId" clId="{457FDECE-FE58-48A9-BA50-CD8F9DA298DF}" dt="2024-07-17T02:56:01.485" v="1179"/>
          <ac:spMkLst>
            <pc:docMk/>
            <pc:sldMk cId="3518272899" sldId="318"/>
            <ac:spMk id="26" creationId="{5A8703CD-258D-5793-FCF1-D3F8FFFB0A71}"/>
          </ac:spMkLst>
        </pc:spChg>
        <pc:spChg chg="mod">
          <ac:chgData name="奇 周" userId="81ef359ddaddc9d8" providerId="LiveId" clId="{457FDECE-FE58-48A9-BA50-CD8F9DA298DF}" dt="2024-07-17T02:58:35.227" v="1340"/>
          <ac:spMkLst>
            <pc:docMk/>
            <pc:sldMk cId="3518272899" sldId="318"/>
            <ac:spMk id="28" creationId="{9E6535AE-5AFA-AC97-9FFA-BC2B5EDCA7FD}"/>
          </ac:spMkLst>
        </pc:spChg>
        <pc:spChg chg="mod">
          <ac:chgData name="奇 周" userId="81ef359ddaddc9d8" providerId="LiveId" clId="{457FDECE-FE58-48A9-BA50-CD8F9DA298DF}" dt="2024-07-17T02:56:01.485" v="1179"/>
          <ac:spMkLst>
            <pc:docMk/>
            <pc:sldMk cId="3518272899" sldId="318"/>
            <ac:spMk id="29" creationId="{54298C6D-ABF4-4E0D-81F5-143C242F64EA}"/>
          </ac:spMkLst>
        </pc:spChg>
        <pc:spChg chg="mod">
          <ac:chgData name="奇 周" userId="81ef359ddaddc9d8" providerId="LiveId" clId="{457FDECE-FE58-48A9-BA50-CD8F9DA298DF}" dt="2024-07-17T03:00:24.017" v="1361"/>
          <ac:spMkLst>
            <pc:docMk/>
            <pc:sldMk cId="3518272899" sldId="318"/>
            <ac:spMk id="37" creationId="{BFEE040E-8752-940E-9C9D-BCEAB0AF6E9F}"/>
          </ac:spMkLst>
        </pc:spChg>
        <pc:spChg chg="mod">
          <ac:chgData name="奇 周" userId="81ef359ddaddc9d8" providerId="LiveId" clId="{457FDECE-FE58-48A9-BA50-CD8F9DA298DF}" dt="2024-07-17T03:00:24.017" v="1361"/>
          <ac:spMkLst>
            <pc:docMk/>
            <pc:sldMk cId="3518272899" sldId="318"/>
            <ac:spMk id="38" creationId="{CC404765-572C-43AB-4AFE-8F33ADEF575C}"/>
          </ac:spMkLst>
        </pc:spChg>
        <pc:spChg chg="mod">
          <ac:chgData name="奇 周" userId="81ef359ddaddc9d8" providerId="LiveId" clId="{457FDECE-FE58-48A9-BA50-CD8F9DA298DF}" dt="2024-07-17T03:00:24.017" v="1361"/>
          <ac:spMkLst>
            <pc:docMk/>
            <pc:sldMk cId="3518272899" sldId="318"/>
            <ac:spMk id="39" creationId="{2ADB482E-09AE-04B9-6ABF-A05DCF96DE8E}"/>
          </ac:spMkLst>
        </pc:spChg>
        <pc:spChg chg="mod">
          <ac:chgData name="奇 周" userId="81ef359ddaddc9d8" providerId="LiveId" clId="{457FDECE-FE58-48A9-BA50-CD8F9DA298DF}" dt="2024-07-17T03:00:24.017" v="1361"/>
          <ac:spMkLst>
            <pc:docMk/>
            <pc:sldMk cId="3518272899" sldId="318"/>
            <ac:spMk id="40" creationId="{49876E8F-A4DB-33D1-61F6-C91190F8BD6D}"/>
          </ac:spMkLst>
        </pc:spChg>
        <pc:spChg chg="mod">
          <ac:chgData name="奇 周" userId="81ef359ddaddc9d8" providerId="LiveId" clId="{457FDECE-FE58-48A9-BA50-CD8F9DA298DF}" dt="2024-07-17T03:00:24.017" v="1361"/>
          <ac:spMkLst>
            <pc:docMk/>
            <pc:sldMk cId="3518272899" sldId="318"/>
            <ac:spMk id="41" creationId="{5DB12ABB-5708-610E-8EC7-7B2383BA79E5}"/>
          </ac:spMkLst>
        </pc:spChg>
        <pc:spChg chg="mod">
          <ac:chgData name="奇 周" userId="81ef359ddaddc9d8" providerId="LiveId" clId="{457FDECE-FE58-48A9-BA50-CD8F9DA298DF}" dt="2024-07-17T03:00:24.017" v="1361"/>
          <ac:spMkLst>
            <pc:docMk/>
            <pc:sldMk cId="3518272899" sldId="318"/>
            <ac:spMk id="42" creationId="{1BC4E2CB-A6F0-4D94-3250-916721CA6F6F}"/>
          </ac:spMkLst>
        </pc:spChg>
        <pc:spChg chg="mod">
          <ac:chgData name="奇 周" userId="81ef359ddaddc9d8" providerId="LiveId" clId="{457FDECE-FE58-48A9-BA50-CD8F9DA298DF}" dt="2024-07-17T03:00:24.017" v="1361"/>
          <ac:spMkLst>
            <pc:docMk/>
            <pc:sldMk cId="3518272899" sldId="318"/>
            <ac:spMk id="43" creationId="{57E2802A-07E8-0599-39F3-78270A1D3ED1}"/>
          </ac:spMkLst>
        </pc:spChg>
        <pc:spChg chg="mod">
          <ac:chgData name="奇 周" userId="81ef359ddaddc9d8" providerId="LiveId" clId="{457FDECE-FE58-48A9-BA50-CD8F9DA298DF}" dt="2024-07-17T03:00:24.017" v="1361"/>
          <ac:spMkLst>
            <pc:docMk/>
            <pc:sldMk cId="3518272899" sldId="318"/>
            <ac:spMk id="44" creationId="{5D7EEF53-D196-2AF2-206F-AAEE5ADC99E5}"/>
          </ac:spMkLst>
        </pc:spChg>
        <pc:spChg chg="mod">
          <ac:chgData name="奇 周" userId="81ef359ddaddc9d8" providerId="LiveId" clId="{457FDECE-FE58-48A9-BA50-CD8F9DA298DF}" dt="2024-07-17T03:00:24.017" v="1361"/>
          <ac:spMkLst>
            <pc:docMk/>
            <pc:sldMk cId="3518272899" sldId="318"/>
            <ac:spMk id="45" creationId="{579E0705-7534-DE45-FAEB-AA18F48C91BB}"/>
          </ac:spMkLst>
        </pc:spChg>
        <pc:spChg chg="mod">
          <ac:chgData name="奇 周" userId="81ef359ddaddc9d8" providerId="LiveId" clId="{457FDECE-FE58-48A9-BA50-CD8F9DA298DF}" dt="2024-07-17T03:00:24.017" v="1361"/>
          <ac:spMkLst>
            <pc:docMk/>
            <pc:sldMk cId="3518272899" sldId="318"/>
            <ac:spMk id="46" creationId="{A26B6E09-44CD-7D28-D5DC-BE61DC2F8CD5}"/>
          </ac:spMkLst>
        </pc:spChg>
        <pc:spChg chg="mod">
          <ac:chgData name="奇 周" userId="81ef359ddaddc9d8" providerId="LiveId" clId="{457FDECE-FE58-48A9-BA50-CD8F9DA298DF}" dt="2024-07-17T03:00:24.017" v="1361"/>
          <ac:spMkLst>
            <pc:docMk/>
            <pc:sldMk cId="3518272899" sldId="318"/>
            <ac:spMk id="47" creationId="{3CAF3DA8-2688-1E30-6E69-3CEB45E63C2D}"/>
          </ac:spMkLst>
        </pc:spChg>
        <pc:spChg chg="mod">
          <ac:chgData name="奇 周" userId="81ef359ddaddc9d8" providerId="LiveId" clId="{457FDECE-FE58-48A9-BA50-CD8F9DA298DF}" dt="2024-07-17T03:00:24.017" v="1361"/>
          <ac:spMkLst>
            <pc:docMk/>
            <pc:sldMk cId="3518272899" sldId="318"/>
            <ac:spMk id="48" creationId="{0834F24A-B320-6063-904F-32D930C56AD7}"/>
          </ac:spMkLst>
        </pc:spChg>
        <pc:spChg chg="mod">
          <ac:chgData name="奇 周" userId="81ef359ddaddc9d8" providerId="LiveId" clId="{457FDECE-FE58-48A9-BA50-CD8F9DA298DF}" dt="2024-07-17T03:00:50.761" v="1369"/>
          <ac:spMkLst>
            <pc:docMk/>
            <pc:sldMk cId="3518272899" sldId="318"/>
            <ac:spMk id="54" creationId="{F2A2FD16-8618-F9B8-4143-C7BE88EC8CD7}"/>
          </ac:spMkLst>
        </pc:spChg>
        <pc:spChg chg="mod">
          <ac:chgData name="奇 周" userId="81ef359ddaddc9d8" providerId="LiveId" clId="{457FDECE-FE58-48A9-BA50-CD8F9DA298DF}" dt="2024-07-17T03:00:50.761" v="1369"/>
          <ac:spMkLst>
            <pc:docMk/>
            <pc:sldMk cId="3518272899" sldId="318"/>
            <ac:spMk id="55" creationId="{D4D17A9B-028A-50F2-BB28-108E2CB8D874}"/>
          </ac:spMkLst>
        </pc:spChg>
        <pc:spChg chg="mod">
          <ac:chgData name="奇 周" userId="81ef359ddaddc9d8" providerId="LiveId" clId="{457FDECE-FE58-48A9-BA50-CD8F9DA298DF}" dt="2024-07-17T03:00:50.761" v="1369"/>
          <ac:spMkLst>
            <pc:docMk/>
            <pc:sldMk cId="3518272899" sldId="318"/>
            <ac:spMk id="56" creationId="{C1CFDF32-FEB5-0227-3551-F0AD7CF4107E}"/>
          </ac:spMkLst>
        </pc:spChg>
        <pc:spChg chg="mod">
          <ac:chgData name="奇 周" userId="81ef359ddaddc9d8" providerId="LiveId" clId="{457FDECE-FE58-48A9-BA50-CD8F9DA298DF}" dt="2024-07-17T03:00:50.761" v="1369"/>
          <ac:spMkLst>
            <pc:docMk/>
            <pc:sldMk cId="3518272899" sldId="318"/>
            <ac:spMk id="57" creationId="{D1CD4BB3-9B71-63E8-451B-D643EEFC3597}"/>
          </ac:spMkLst>
        </pc:spChg>
        <pc:spChg chg="mod">
          <ac:chgData name="奇 周" userId="81ef359ddaddc9d8" providerId="LiveId" clId="{457FDECE-FE58-48A9-BA50-CD8F9DA298DF}" dt="2024-07-17T03:00:50.761" v="1369"/>
          <ac:spMkLst>
            <pc:docMk/>
            <pc:sldMk cId="3518272899" sldId="318"/>
            <ac:spMk id="58" creationId="{A5FBF169-E32D-34DC-6938-E9AD6D813B2C}"/>
          </ac:spMkLst>
        </pc:spChg>
        <pc:spChg chg="mod">
          <ac:chgData name="奇 周" userId="81ef359ddaddc9d8" providerId="LiveId" clId="{457FDECE-FE58-48A9-BA50-CD8F9DA298DF}" dt="2024-07-17T03:02:02.252" v="1464"/>
          <ac:spMkLst>
            <pc:docMk/>
            <pc:sldMk cId="3518272899" sldId="318"/>
            <ac:spMk id="59" creationId="{251D21CE-F87D-EEBF-E6BB-6AC9FAF44E8E}"/>
          </ac:spMkLst>
        </pc:spChg>
        <pc:spChg chg="mod">
          <ac:chgData name="奇 周" userId="81ef359ddaddc9d8" providerId="LiveId" clId="{457FDECE-FE58-48A9-BA50-CD8F9DA298DF}" dt="2024-07-17T03:00:50.761" v="1369"/>
          <ac:spMkLst>
            <pc:docMk/>
            <pc:sldMk cId="3518272899" sldId="318"/>
            <ac:spMk id="60" creationId="{0C03A8EB-574C-8748-3D30-5A4DBCBB104D}"/>
          </ac:spMkLst>
        </pc:spChg>
        <pc:spChg chg="mod">
          <ac:chgData name="奇 周" userId="81ef359ddaddc9d8" providerId="LiveId" clId="{457FDECE-FE58-48A9-BA50-CD8F9DA298DF}" dt="2024-07-17T03:00:50.761" v="1369"/>
          <ac:spMkLst>
            <pc:docMk/>
            <pc:sldMk cId="3518272899" sldId="318"/>
            <ac:spMk id="61" creationId="{26363B39-9122-9E7B-5DB6-6A55B2FB2B24}"/>
          </ac:spMkLst>
        </pc:spChg>
        <pc:spChg chg="mod">
          <ac:chgData name="奇 周" userId="81ef359ddaddc9d8" providerId="LiveId" clId="{457FDECE-FE58-48A9-BA50-CD8F9DA298DF}" dt="2024-07-17T03:02:59.273" v="1486" actId="20577"/>
          <ac:spMkLst>
            <pc:docMk/>
            <pc:sldMk cId="3518272899" sldId="318"/>
            <ac:spMk id="62" creationId="{5C22AFE4-A689-1E63-D995-1AD0B7069EF2}"/>
          </ac:spMkLst>
        </pc:spChg>
        <pc:spChg chg="mod">
          <ac:chgData name="奇 周" userId="81ef359ddaddc9d8" providerId="LiveId" clId="{457FDECE-FE58-48A9-BA50-CD8F9DA298DF}" dt="2024-07-17T03:00:50.761" v="1369"/>
          <ac:spMkLst>
            <pc:docMk/>
            <pc:sldMk cId="3518272899" sldId="318"/>
            <ac:spMk id="63" creationId="{1F46459D-30E1-5A5A-8BD8-71BA658087F0}"/>
          </ac:spMkLst>
        </pc:spChg>
        <pc:spChg chg="mod">
          <ac:chgData name="奇 周" userId="81ef359ddaddc9d8" providerId="LiveId" clId="{457FDECE-FE58-48A9-BA50-CD8F9DA298DF}" dt="2024-07-17T03:00:50.761" v="1369"/>
          <ac:spMkLst>
            <pc:docMk/>
            <pc:sldMk cId="3518272899" sldId="318"/>
            <ac:spMk id="64" creationId="{66D3E979-B762-929E-E592-233D1AF57786}"/>
          </ac:spMkLst>
        </pc:spChg>
        <pc:spChg chg="mod">
          <ac:chgData name="奇 周" userId="81ef359ddaddc9d8" providerId="LiveId" clId="{457FDECE-FE58-48A9-BA50-CD8F9DA298DF}" dt="2024-07-17T03:02:52.753" v="1485"/>
          <ac:spMkLst>
            <pc:docMk/>
            <pc:sldMk cId="3518272899" sldId="318"/>
            <ac:spMk id="65" creationId="{02C23CE7-0B1A-33B8-726B-5443DD8A660E}"/>
          </ac:spMkLst>
        </pc:spChg>
        <pc:spChg chg="add del mod">
          <ac:chgData name="奇 周" userId="81ef359ddaddc9d8" providerId="LiveId" clId="{457FDECE-FE58-48A9-BA50-CD8F9DA298DF}" dt="2024-07-17T03:22:15.750" v="2325" actId="478"/>
          <ac:spMkLst>
            <pc:docMk/>
            <pc:sldMk cId="3518272899" sldId="318"/>
            <ac:spMk id="66" creationId="{67700754-CE54-E923-2A69-2A389316D511}"/>
          </ac:spMkLst>
        </pc:spChg>
        <pc:spChg chg="add del mod">
          <ac:chgData name="奇 周" userId="81ef359ddaddc9d8" providerId="LiveId" clId="{457FDECE-FE58-48A9-BA50-CD8F9DA298DF}" dt="2024-07-17T03:19:39.929" v="2216" actId="478"/>
          <ac:spMkLst>
            <pc:docMk/>
            <pc:sldMk cId="3518272899" sldId="318"/>
            <ac:spMk id="68" creationId="{183F2595-49B4-57CD-1D10-D98CF50C9B24}"/>
          </ac:spMkLst>
        </pc:spChg>
        <pc:spChg chg="mod">
          <ac:chgData name="奇 周" userId="81ef359ddaddc9d8" providerId="LiveId" clId="{457FDECE-FE58-48A9-BA50-CD8F9DA298DF}" dt="2024-07-17T03:16:30.071" v="2162"/>
          <ac:spMkLst>
            <pc:docMk/>
            <pc:sldMk cId="3518272899" sldId="318"/>
            <ac:spMk id="70" creationId="{FA6304C4-5601-1C62-418D-F3837EF5F3DE}"/>
          </ac:spMkLst>
        </pc:spChg>
        <pc:spChg chg="mod">
          <ac:chgData name="奇 周" userId="81ef359ddaddc9d8" providerId="LiveId" clId="{457FDECE-FE58-48A9-BA50-CD8F9DA298DF}" dt="2024-07-17T03:16:30.071" v="2162"/>
          <ac:spMkLst>
            <pc:docMk/>
            <pc:sldMk cId="3518272899" sldId="318"/>
            <ac:spMk id="71" creationId="{12A954ED-B403-EE4E-1445-6FB2D9A8209D}"/>
          </ac:spMkLst>
        </pc:spChg>
        <pc:spChg chg="mod">
          <ac:chgData name="奇 周" userId="81ef359ddaddc9d8" providerId="LiveId" clId="{457FDECE-FE58-48A9-BA50-CD8F9DA298DF}" dt="2024-07-17T03:22:52.852" v="2337" actId="14100"/>
          <ac:spMkLst>
            <pc:docMk/>
            <pc:sldMk cId="3518272899" sldId="318"/>
            <ac:spMk id="73" creationId="{1B5E373C-A099-95E3-E156-DDA12E236BCF}"/>
          </ac:spMkLst>
        </pc:spChg>
        <pc:spChg chg="mod">
          <ac:chgData name="奇 周" userId="81ef359ddaddc9d8" providerId="LiveId" clId="{457FDECE-FE58-48A9-BA50-CD8F9DA298DF}" dt="2024-07-17T03:18:15.949" v="2214" actId="20577"/>
          <ac:spMkLst>
            <pc:docMk/>
            <pc:sldMk cId="3518272899" sldId="318"/>
            <ac:spMk id="74" creationId="{823272C2-3DDA-57C2-297E-8EED24947DAC}"/>
          </ac:spMkLst>
        </pc:spChg>
        <pc:spChg chg="add del mod">
          <ac:chgData name="奇 周" userId="81ef359ddaddc9d8" providerId="LiveId" clId="{457FDECE-FE58-48A9-BA50-CD8F9DA298DF}" dt="2024-07-17T03:25:36.678" v="2435" actId="478"/>
          <ac:spMkLst>
            <pc:docMk/>
            <pc:sldMk cId="3518272899" sldId="318"/>
            <ac:spMk id="75" creationId="{BB1468FE-8A22-B7E7-2B59-4B0DA53F4410}"/>
          </ac:spMkLst>
        </pc:spChg>
        <pc:spChg chg="add del mod">
          <ac:chgData name="奇 周" userId="81ef359ddaddc9d8" providerId="LiveId" clId="{457FDECE-FE58-48A9-BA50-CD8F9DA298DF}" dt="2024-07-17T03:25:41.241" v="2436" actId="478"/>
          <ac:spMkLst>
            <pc:docMk/>
            <pc:sldMk cId="3518272899" sldId="318"/>
            <ac:spMk id="76" creationId="{4690F527-3752-C79A-30DD-F8FF86523306}"/>
          </ac:spMkLst>
        </pc:spChg>
        <pc:spChg chg="mod">
          <ac:chgData name="奇 周" userId="81ef359ddaddc9d8" providerId="LiveId" clId="{457FDECE-FE58-48A9-BA50-CD8F9DA298DF}" dt="2024-07-17T03:26:08.587" v="2442" actId="1076"/>
          <ac:spMkLst>
            <pc:docMk/>
            <pc:sldMk cId="3518272899" sldId="318"/>
            <ac:spMk id="78" creationId="{D7A25BA4-16D3-8E41-1C33-162F8F52D9B0}"/>
          </ac:spMkLst>
        </pc:spChg>
        <pc:spChg chg="mod">
          <ac:chgData name="奇 周" userId="81ef359ddaddc9d8" providerId="LiveId" clId="{457FDECE-FE58-48A9-BA50-CD8F9DA298DF}" dt="2024-07-17T03:25:53.177" v="2439" actId="404"/>
          <ac:spMkLst>
            <pc:docMk/>
            <pc:sldMk cId="3518272899" sldId="318"/>
            <ac:spMk id="79" creationId="{5F520FA6-754C-7B3E-39BB-DA0BFE784401}"/>
          </ac:spMkLst>
        </pc:spChg>
        <pc:spChg chg="add del mod">
          <ac:chgData name="奇 周" userId="81ef359ddaddc9d8" providerId="LiveId" clId="{457FDECE-FE58-48A9-BA50-CD8F9DA298DF}" dt="2024-07-17T03:22:18.532" v="2326" actId="478"/>
          <ac:spMkLst>
            <pc:docMk/>
            <pc:sldMk cId="3518272899" sldId="318"/>
            <ac:spMk id="80" creationId="{098062A5-6C2C-7298-A484-30F8656C6AEF}"/>
          </ac:spMkLst>
        </pc:spChg>
        <pc:grpChg chg="add del mod">
          <ac:chgData name="奇 周" userId="81ef359ddaddc9d8" providerId="LiveId" clId="{457FDECE-FE58-48A9-BA50-CD8F9DA298DF}" dt="2024-07-17T02:59:32.466" v="1347" actId="164"/>
          <ac:grpSpMkLst>
            <pc:docMk/>
            <pc:sldMk cId="3518272899" sldId="318"/>
            <ac:grpSpMk id="5" creationId="{33D4CB90-AD99-21A6-E052-D06615D526B5}"/>
          </ac:grpSpMkLst>
        </pc:grpChg>
        <pc:grpChg chg="del mod">
          <ac:chgData name="奇 周" userId="81ef359ddaddc9d8" providerId="LiveId" clId="{457FDECE-FE58-48A9-BA50-CD8F9DA298DF}" dt="2024-07-17T03:00:03.054" v="1356" actId="478"/>
          <ac:grpSpMkLst>
            <pc:docMk/>
            <pc:sldMk cId="3518272899" sldId="318"/>
            <ac:grpSpMk id="8" creationId="{FC33454E-158E-CAFD-42E5-2092404F6DA4}"/>
          </ac:grpSpMkLst>
        </pc:grpChg>
        <pc:grpChg chg="add del mod">
          <ac:chgData name="奇 周" userId="81ef359ddaddc9d8" providerId="LiveId" clId="{457FDECE-FE58-48A9-BA50-CD8F9DA298DF}" dt="2024-07-17T02:59:32.466" v="1347" actId="164"/>
          <ac:grpSpMkLst>
            <pc:docMk/>
            <pc:sldMk cId="3518272899" sldId="318"/>
            <ac:grpSpMk id="13" creationId="{173176FF-D340-C58C-8330-5CF6DBBD7D04}"/>
          </ac:grpSpMkLst>
        </pc:grpChg>
        <pc:grpChg chg="del mod">
          <ac:chgData name="奇 周" userId="81ef359ddaddc9d8" providerId="LiveId" clId="{457FDECE-FE58-48A9-BA50-CD8F9DA298DF}" dt="2024-07-17T03:00:06.214" v="1357" actId="478"/>
          <ac:grpSpMkLst>
            <pc:docMk/>
            <pc:sldMk cId="3518272899" sldId="318"/>
            <ac:grpSpMk id="15" creationId="{10732AAF-F601-E325-633E-B08D45E4A4DD}"/>
          </ac:grpSpMkLst>
        </pc:grpChg>
        <pc:grpChg chg="add del mod">
          <ac:chgData name="奇 周" userId="81ef359ddaddc9d8" providerId="LiveId" clId="{457FDECE-FE58-48A9-BA50-CD8F9DA298DF}" dt="2024-07-17T02:59:32.466" v="1347" actId="164"/>
          <ac:grpSpMkLst>
            <pc:docMk/>
            <pc:sldMk cId="3518272899" sldId="318"/>
            <ac:grpSpMk id="19" creationId="{06DAA776-9147-B1D3-5C76-378B5BF84E3F}"/>
          </ac:grpSpMkLst>
        </pc:grpChg>
        <pc:grpChg chg="del mod">
          <ac:chgData name="奇 周" userId="81ef359ddaddc9d8" providerId="LiveId" clId="{457FDECE-FE58-48A9-BA50-CD8F9DA298DF}" dt="2024-07-17T03:00:09.177" v="1358" actId="478"/>
          <ac:grpSpMkLst>
            <pc:docMk/>
            <pc:sldMk cId="3518272899" sldId="318"/>
            <ac:grpSpMk id="21" creationId="{AF072720-86D8-A2C3-4BE2-825511930404}"/>
          </ac:grpSpMkLst>
        </pc:grpChg>
        <pc:grpChg chg="add mod">
          <ac:chgData name="奇 周" userId="81ef359ddaddc9d8" providerId="LiveId" clId="{457FDECE-FE58-48A9-BA50-CD8F9DA298DF}" dt="2024-07-17T02:59:32.466" v="1347" actId="164"/>
          <ac:grpSpMkLst>
            <pc:docMk/>
            <pc:sldMk cId="3518272899" sldId="318"/>
            <ac:grpSpMk id="25" creationId="{0EA2FAB1-1D5A-6BA6-03D7-0DBE589F45BB}"/>
          </ac:grpSpMkLst>
        </pc:grpChg>
        <pc:grpChg chg="del mod">
          <ac:chgData name="奇 周" userId="81ef359ddaddc9d8" providerId="LiveId" clId="{457FDECE-FE58-48A9-BA50-CD8F9DA298DF}" dt="2024-07-17T03:00:11.568" v="1359" actId="478"/>
          <ac:grpSpMkLst>
            <pc:docMk/>
            <pc:sldMk cId="3518272899" sldId="318"/>
            <ac:grpSpMk id="27" creationId="{899923E1-0EC0-B162-EE39-55C3541ABF65}"/>
          </ac:grpSpMkLst>
        </pc:grpChg>
        <pc:grpChg chg="add del mod">
          <ac:chgData name="奇 周" userId="81ef359ddaddc9d8" providerId="LiveId" clId="{457FDECE-FE58-48A9-BA50-CD8F9DA298DF}" dt="2024-07-17T03:04:28.562" v="1527" actId="478"/>
          <ac:grpSpMkLst>
            <pc:docMk/>
            <pc:sldMk cId="3518272899" sldId="318"/>
            <ac:grpSpMk id="31" creationId="{E938326D-9454-E7D1-07E3-4D010B167549}"/>
          </ac:grpSpMkLst>
        </pc:grpChg>
        <pc:grpChg chg="add del mod">
          <ac:chgData name="奇 周" userId="81ef359ddaddc9d8" providerId="LiveId" clId="{457FDECE-FE58-48A9-BA50-CD8F9DA298DF}" dt="2024-07-17T03:00:46.551" v="1368" actId="478"/>
          <ac:grpSpMkLst>
            <pc:docMk/>
            <pc:sldMk cId="3518272899" sldId="318"/>
            <ac:grpSpMk id="32" creationId="{20F5F8DD-BAD7-D1E7-114D-A5544F643AC6}"/>
          </ac:grpSpMkLst>
        </pc:grpChg>
        <pc:grpChg chg="mod">
          <ac:chgData name="奇 周" userId="81ef359ddaddc9d8" providerId="LiveId" clId="{457FDECE-FE58-48A9-BA50-CD8F9DA298DF}" dt="2024-07-17T03:00:24.017" v="1361"/>
          <ac:grpSpMkLst>
            <pc:docMk/>
            <pc:sldMk cId="3518272899" sldId="318"/>
            <ac:grpSpMk id="33" creationId="{4AF9C7DC-AD0B-66AB-8303-0B08C36858D1}"/>
          </ac:grpSpMkLst>
        </pc:grpChg>
        <pc:grpChg chg="mod">
          <ac:chgData name="奇 周" userId="81ef359ddaddc9d8" providerId="LiveId" clId="{457FDECE-FE58-48A9-BA50-CD8F9DA298DF}" dt="2024-07-17T03:00:24.017" v="1361"/>
          <ac:grpSpMkLst>
            <pc:docMk/>
            <pc:sldMk cId="3518272899" sldId="318"/>
            <ac:grpSpMk id="34" creationId="{17DDE8E4-4F85-06D5-180F-C4BBCA99B69C}"/>
          </ac:grpSpMkLst>
        </pc:grpChg>
        <pc:grpChg chg="mod">
          <ac:chgData name="奇 周" userId="81ef359ddaddc9d8" providerId="LiveId" clId="{457FDECE-FE58-48A9-BA50-CD8F9DA298DF}" dt="2024-07-17T03:00:24.017" v="1361"/>
          <ac:grpSpMkLst>
            <pc:docMk/>
            <pc:sldMk cId="3518272899" sldId="318"/>
            <ac:grpSpMk id="35" creationId="{D67D4BB6-4216-68A6-2D6E-9ED08DC49964}"/>
          </ac:grpSpMkLst>
        </pc:grpChg>
        <pc:grpChg chg="mod">
          <ac:chgData name="奇 周" userId="81ef359ddaddc9d8" providerId="LiveId" clId="{457FDECE-FE58-48A9-BA50-CD8F9DA298DF}" dt="2024-07-17T03:00:24.017" v="1361"/>
          <ac:grpSpMkLst>
            <pc:docMk/>
            <pc:sldMk cId="3518272899" sldId="318"/>
            <ac:grpSpMk id="36" creationId="{CC375ED6-AB4A-4558-DAC3-771DDABA7529}"/>
          </ac:grpSpMkLst>
        </pc:grpChg>
        <pc:grpChg chg="add del mod">
          <ac:chgData name="奇 周" userId="81ef359ddaddc9d8" providerId="LiveId" clId="{457FDECE-FE58-48A9-BA50-CD8F9DA298DF}" dt="2024-07-17T03:04:25.485" v="1526" actId="478"/>
          <ac:grpSpMkLst>
            <pc:docMk/>
            <pc:sldMk cId="3518272899" sldId="318"/>
            <ac:grpSpMk id="49" creationId="{B4CEBACF-E7AA-98D0-2793-EA268FDA63ED}"/>
          </ac:grpSpMkLst>
        </pc:grpChg>
        <pc:grpChg chg="mod">
          <ac:chgData name="奇 周" userId="81ef359ddaddc9d8" providerId="LiveId" clId="{457FDECE-FE58-48A9-BA50-CD8F9DA298DF}" dt="2024-07-17T03:00:50.761" v="1369"/>
          <ac:grpSpMkLst>
            <pc:docMk/>
            <pc:sldMk cId="3518272899" sldId="318"/>
            <ac:grpSpMk id="50" creationId="{C655ECE2-C2A4-F8CD-72BC-D8EB7982DF18}"/>
          </ac:grpSpMkLst>
        </pc:grpChg>
        <pc:grpChg chg="mod">
          <ac:chgData name="奇 周" userId="81ef359ddaddc9d8" providerId="LiveId" clId="{457FDECE-FE58-48A9-BA50-CD8F9DA298DF}" dt="2024-07-17T03:00:50.761" v="1369"/>
          <ac:grpSpMkLst>
            <pc:docMk/>
            <pc:sldMk cId="3518272899" sldId="318"/>
            <ac:grpSpMk id="51" creationId="{43E28364-D88A-8299-DB1F-45A2693A06AD}"/>
          </ac:grpSpMkLst>
        </pc:grpChg>
        <pc:grpChg chg="mod">
          <ac:chgData name="奇 周" userId="81ef359ddaddc9d8" providerId="LiveId" clId="{457FDECE-FE58-48A9-BA50-CD8F9DA298DF}" dt="2024-07-17T03:00:50.761" v="1369"/>
          <ac:grpSpMkLst>
            <pc:docMk/>
            <pc:sldMk cId="3518272899" sldId="318"/>
            <ac:grpSpMk id="52" creationId="{1B2E14DD-2015-7AC4-F5E6-69F47E1AEA18}"/>
          </ac:grpSpMkLst>
        </pc:grpChg>
        <pc:grpChg chg="mod">
          <ac:chgData name="奇 周" userId="81ef359ddaddc9d8" providerId="LiveId" clId="{457FDECE-FE58-48A9-BA50-CD8F9DA298DF}" dt="2024-07-17T03:00:50.761" v="1369"/>
          <ac:grpSpMkLst>
            <pc:docMk/>
            <pc:sldMk cId="3518272899" sldId="318"/>
            <ac:grpSpMk id="53" creationId="{B7339037-0F99-2BBC-A806-5F0540009FD2}"/>
          </ac:grpSpMkLst>
        </pc:grpChg>
        <pc:grpChg chg="add mod">
          <ac:chgData name="奇 周" userId="81ef359ddaddc9d8" providerId="LiveId" clId="{457FDECE-FE58-48A9-BA50-CD8F9DA298DF}" dt="2024-07-17T03:16:30.071" v="2162"/>
          <ac:grpSpMkLst>
            <pc:docMk/>
            <pc:sldMk cId="3518272899" sldId="318"/>
            <ac:grpSpMk id="69" creationId="{AC2626F8-3967-34FC-4D19-C6B6F0F4FA65}"/>
          </ac:grpSpMkLst>
        </pc:grpChg>
        <pc:grpChg chg="add mod">
          <ac:chgData name="奇 周" userId="81ef359ddaddc9d8" providerId="LiveId" clId="{457FDECE-FE58-48A9-BA50-CD8F9DA298DF}" dt="2024-07-17T03:22:25.430" v="2330" actId="1076"/>
          <ac:grpSpMkLst>
            <pc:docMk/>
            <pc:sldMk cId="3518272899" sldId="318"/>
            <ac:grpSpMk id="72" creationId="{67A59867-BE44-59C4-BBE2-32341B264D21}"/>
          </ac:grpSpMkLst>
        </pc:grpChg>
        <pc:grpChg chg="add mod">
          <ac:chgData name="奇 周" userId="81ef359ddaddc9d8" providerId="LiveId" clId="{457FDECE-FE58-48A9-BA50-CD8F9DA298DF}" dt="2024-07-17T03:26:04.573" v="2441" actId="1076"/>
          <ac:grpSpMkLst>
            <pc:docMk/>
            <pc:sldMk cId="3518272899" sldId="318"/>
            <ac:grpSpMk id="77" creationId="{419103CA-8925-6C5B-B9A5-D6D52F79B1DA}"/>
          </ac:grpSpMkLst>
        </pc:grpChg>
        <pc:picChg chg="add mod">
          <ac:chgData name="奇 周" userId="81ef359ddaddc9d8" providerId="LiveId" clId="{457FDECE-FE58-48A9-BA50-CD8F9DA298DF}" dt="2024-07-17T05:15:44.125" v="2475" actId="1076"/>
          <ac:picMkLst>
            <pc:docMk/>
            <pc:sldMk cId="3518272899" sldId="318"/>
            <ac:picMk id="4" creationId="{6BEB8C28-7D48-E9AE-133C-9E33CFE7144A}"/>
          </ac:picMkLst>
        </pc:picChg>
        <pc:picChg chg="del">
          <ac:chgData name="奇 周" userId="81ef359ddaddc9d8" providerId="LiveId" clId="{457FDECE-FE58-48A9-BA50-CD8F9DA298DF}" dt="2024-07-17T02:55:33.979" v="1144" actId="478"/>
          <ac:picMkLst>
            <pc:docMk/>
            <pc:sldMk cId="3518272899" sldId="318"/>
            <ac:picMk id="4" creationId="{F218891B-B83F-7D3D-39B5-43BA8D8B7A14}"/>
          </ac:picMkLst>
        </pc:picChg>
        <pc:picChg chg="del">
          <ac:chgData name="奇 周" userId="81ef359ddaddc9d8" providerId="LiveId" clId="{457FDECE-FE58-48A9-BA50-CD8F9DA298DF}" dt="2024-07-17T02:55:32.411" v="1143" actId="478"/>
          <ac:picMkLst>
            <pc:docMk/>
            <pc:sldMk cId="3518272899" sldId="318"/>
            <ac:picMk id="6" creationId="{B7131F77-FD0F-5D2E-1B8A-729A7EBFFC4C}"/>
          </ac:picMkLst>
        </pc:picChg>
        <pc:picChg chg="add mod">
          <ac:chgData name="奇 周" userId="81ef359ddaddc9d8" providerId="LiveId" clId="{457FDECE-FE58-48A9-BA50-CD8F9DA298DF}" dt="2024-07-17T05:46:31.459" v="2479" actId="1076"/>
          <ac:picMkLst>
            <pc:docMk/>
            <pc:sldMk cId="3518272899" sldId="318"/>
            <ac:picMk id="6" creationId="{CA374BCC-7E5E-5C53-9DF3-0D878701E022}"/>
          </ac:picMkLst>
        </pc:picChg>
        <pc:picChg chg="del mod">
          <ac:chgData name="奇 周" userId="81ef359ddaddc9d8" providerId="LiveId" clId="{457FDECE-FE58-48A9-BA50-CD8F9DA298DF}" dt="2024-07-17T03:00:03.054" v="1356" actId="478"/>
          <ac:picMkLst>
            <pc:docMk/>
            <pc:sldMk cId="3518272899" sldId="318"/>
            <ac:picMk id="12" creationId="{DD17B8D6-A24B-E9FA-C6DD-0644EF3F7D03}"/>
          </ac:picMkLst>
        </pc:picChg>
        <pc:picChg chg="del mod">
          <ac:chgData name="奇 周" userId="81ef359ddaddc9d8" providerId="LiveId" clId="{457FDECE-FE58-48A9-BA50-CD8F9DA298DF}" dt="2024-07-17T03:00:06.214" v="1357" actId="478"/>
          <ac:picMkLst>
            <pc:docMk/>
            <pc:sldMk cId="3518272899" sldId="318"/>
            <ac:picMk id="18" creationId="{FCD13E74-B867-F38A-3F86-2EAE0B32FD99}"/>
          </ac:picMkLst>
        </pc:picChg>
        <pc:picChg chg="del mod">
          <ac:chgData name="奇 周" userId="81ef359ddaddc9d8" providerId="LiveId" clId="{457FDECE-FE58-48A9-BA50-CD8F9DA298DF}" dt="2024-07-17T03:00:09.177" v="1358" actId="478"/>
          <ac:picMkLst>
            <pc:docMk/>
            <pc:sldMk cId="3518272899" sldId="318"/>
            <ac:picMk id="24" creationId="{CC126773-6A25-99F5-DC2B-DA8205D9EBD7}"/>
          </ac:picMkLst>
        </pc:picChg>
        <pc:picChg chg="del mod">
          <ac:chgData name="奇 周" userId="81ef359ddaddc9d8" providerId="LiveId" clId="{457FDECE-FE58-48A9-BA50-CD8F9DA298DF}" dt="2024-07-17T03:00:11.568" v="1359" actId="478"/>
          <ac:picMkLst>
            <pc:docMk/>
            <pc:sldMk cId="3518272899" sldId="318"/>
            <ac:picMk id="30" creationId="{B53ACAE1-1B9F-49A8-4064-79112742D105}"/>
          </ac:picMkLst>
        </pc:picChg>
        <pc:picChg chg="add del mod">
          <ac:chgData name="奇 周" userId="81ef359ddaddc9d8" providerId="LiveId" clId="{457FDECE-FE58-48A9-BA50-CD8F9DA298DF}" dt="2024-07-17T03:19:41.617" v="2217" actId="478"/>
          <ac:picMkLst>
            <pc:docMk/>
            <pc:sldMk cId="3518272899" sldId="318"/>
            <ac:picMk id="67" creationId="{CB9C9574-4599-1D6C-4D6C-9C30022C70FA}"/>
          </ac:picMkLst>
        </pc:picChg>
        <pc:picChg chg="add mod">
          <ac:chgData name="奇 周" userId="81ef359ddaddc9d8" providerId="LiveId" clId="{457FDECE-FE58-48A9-BA50-CD8F9DA298DF}" dt="2024-07-17T03:26:12.465" v="2443" actId="1076"/>
          <ac:picMkLst>
            <pc:docMk/>
            <pc:sldMk cId="3518272899" sldId="318"/>
            <ac:picMk id="82" creationId="{FC89EAC5-81B3-D7F6-5AE4-9D8E020ED9E6}"/>
          </ac:picMkLst>
        </pc:picChg>
        <pc:picChg chg="add mod">
          <ac:chgData name="奇 周" userId="81ef359ddaddc9d8" providerId="LiveId" clId="{457FDECE-FE58-48A9-BA50-CD8F9DA298DF}" dt="2024-07-18T07:06:02.070" v="4992" actId="1035"/>
          <ac:picMkLst>
            <pc:docMk/>
            <pc:sldMk cId="3518272899" sldId="318"/>
            <ac:picMk id="84" creationId="{D036CF06-F94B-3C3C-142D-FD04ED196406}"/>
          </ac:picMkLst>
        </pc:picChg>
      </pc:sldChg>
      <pc:sldChg chg="modSp mod">
        <pc:chgData name="奇 周" userId="81ef359ddaddc9d8" providerId="LiveId" clId="{457FDECE-FE58-48A9-BA50-CD8F9DA298DF}" dt="2024-07-17T03:08:46.893" v="1983"/>
        <pc:sldMkLst>
          <pc:docMk/>
          <pc:sldMk cId="3946514234" sldId="319"/>
        </pc:sldMkLst>
        <pc:spChg chg="mod">
          <ac:chgData name="奇 周" userId="81ef359ddaddc9d8" providerId="LiveId" clId="{457FDECE-FE58-48A9-BA50-CD8F9DA298DF}" dt="2024-07-17T03:08:46.893" v="1983"/>
          <ac:spMkLst>
            <pc:docMk/>
            <pc:sldMk cId="3946514234" sldId="319"/>
            <ac:spMk id="11" creationId="{E604E99B-2E84-FE8E-C3B3-BCD7B834B884}"/>
          </ac:spMkLst>
        </pc:spChg>
        <pc:spChg chg="mod">
          <ac:chgData name="奇 周" userId="81ef359ddaddc9d8" providerId="LiveId" clId="{457FDECE-FE58-48A9-BA50-CD8F9DA298DF}" dt="2024-07-17T03:08:39.660" v="1961"/>
          <ac:spMkLst>
            <pc:docMk/>
            <pc:sldMk cId="3946514234" sldId="319"/>
            <ac:spMk id="18" creationId="{9A1D9E00-42C0-6F20-DE3E-6A90F8118B86}"/>
          </ac:spMkLst>
        </pc:spChg>
      </pc:sldChg>
      <pc:sldChg chg="addSp delSp modSp mod delAnim modAnim">
        <pc:chgData name="奇 周" userId="81ef359ddaddc9d8" providerId="LiveId" clId="{457FDECE-FE58-48A9-BA50-CD8F9DA298DF}" dt="2024-07-18T08:11:57.219" v="5025"/>
        <pc:sldMkLst>
          <pc:docMk/>
          <pc:sldMk cId="1673771898" sldId="320"/>
        </pc:sldMkLst>
        <pc:spChg chg="mod">
          <ac:chgData name="奇 周" userId="81ef359ddaddc9d8" providerId="LiveId" clId="{457FDECE-FE58-48A9-BA50-CD8F9DA298DF}" dt="2024-07-17T09:17:35.180" v="2807"/>
          <ac:spMkLst>
            <pc:docMk/>
            <pc:sldMk cId="1673771898" sldId="320"/>
            <ac:spMk id="3" creationId="{14B3284A-1504-BDD8-3575-27E513011883}"/>
          </ac:spMkLst>
        </pc:spChg>
        <pc:spChg chg="add del mod">
          <ac:chgData name="奇 周" userId="81ef359ddaddc9d8" providerId="LiveId" clId="{457FDECE-FE58-48A9-BA50-CD8F9DA298DF}" dt="2024-07-17T05:53:55.880" v="2584" actId="478"/>
          <ac:spMkLst>
            <pc:docMk/>
            <pc:sldMk cId="1673771898" sldId="320"/>
            <ac:spMk id="5" creationId="{368E55F6-58D8-C10F-E346-416290C8C730}"/>
          </ac:spMkLst>
        </pc:spChg>
        <pc:spChg chg="add del mod">
          <ac:chgData name="奇 周" userId="81ef359ddaddc9d8" providerId="LiveId" clId="{457FDECE-FE58-48A9-BA50-CD8F9DA298DF}" dt="2024-07-17T05:58:05.320" v="2758" actId="478"/>
          <ac:spMkLst>
            <pc:docMk/>
            <pc:sldMk cId="1673771898" sldId="320"/>
            <ac:spMk id="6" creationId="{641E762D-B2B9-22F2-3BC3-28640F0E38C6}"/>
          </ac:spMkLst>
        </pc:spChg>
        <pc:spChg chg="mod">
          <ac:chgData name="奇 周" userId="81ef359ddaddc9d8" providerId="LiveId" clId="{457FDECE-FE58-48A9-BA50-CD8F9DA298DF}" dt="2024-07-17T05:54:30.496" v="2632" actId="1076"/>
          <ac:spMkLst>
            <pc:docMk/>
            <pc:sldMk cId="1673771898" sldId="320"/>
            <ac:spMk id="8" creationId="{AFE22BF3-8384-F547-E21E-DA5259197FB5}"/>
          </ac:spMkLst>
        </pc:spChg>
        <pc:spChg chg="mod">
          <ac:chgData name="奇 周" userId="81ef359ddaddc9d8" providerId="LiveId" clId="{457FDECE-FE58-48A9-BA50-CD8F9DA298DF}" dt="2024-07-17T05:54:14.320" v="2627" actId="20577"/>
          <ac:spMkLst>
            <pc:docMk/>
            <pc:sldMk cId="1673771898" sldId="320"/>
            <ac:spMk id="9" creationId="{8073A09E-7D1E-EDC4-9251-693B97C96893}"/>
          </ac:spMkLst>
        </pc:spChg>
        <pc:spChg chg="mod">
          <ac:chgData name="奇 周" userId="81ef359ddaddc9d8" providerId="LiveId" clId="{457FDECE-FE58-48A9-BA50-CD8F9DA298DF}" dt="2024-07-18T06:52:51.811" v="4988" actId="20577"/>
          <ac:spMkLst>
            <pc:docMk/>
            <pc:sldMk cId="1673771898" sldId="320"/>
            <ac:spMk id="11" creationId="{8B025A1F-6CCA-A45C-508C-BE9B1F6EAC80}"/>
          </ac:spMkLst>
        </pc:spChg>
        <pc:spChg chg="mod">
          <ac:chgData name="奇 周" userId="81ef359ddaddc9d8" providerId="LiveId" clId="{457FDECE-FE58-48A9-BA50-CD8F9DA298DF}" dt="2024-07-17T05:59:48.254" v="2765" actId="6549"/>
          <ac:spMkLst>
            <pc:docMk/>
            <pc:sldMk cId="1673771898" sldId="320"/>
            <ac:spMk id="12" creationId="{E6FF406F-54BD-1E46-FFAE-E8D318C97BF8}"/>
          </ac:spMkLst>
        </pc:spChg>
        <pc:spChg chg="mod topLvl">
          <ac:chgData name="奇 周" userId="81ef359ddaddc9d8" providerId="LiveId" clId="{457FDECE-FE58-48A9-BA50-CD8F9DA298DF}" dt="2024-07-17T05:55:22.536" v="2726" actId="1076"/>
          <ac:spMkLst>
            <pc:docMk/>
            <pc:sldMk cId="1673771898" sldId="320"/>
            <ac:spMk id="14" creationId="{25012C78-3AE5-B8A8-D168-9C352DA6A1BC}"/>
          </ac:spMkLst>
        </pc:spChg>
        <pc:spChg chg="del mod topLvl">
          <ac:chgData name="奇 周" userId="81ef359ddaddc9d8" providerId="LiveId" clId="{457FDECE-FE58-48A9-BA50-CD8F9DA298DF}" dt="2024-07-17T05:55:16.655" v="2725" actId="478"/>
          <ac:spMkLst>
            <pc:docMk/>
            <pc:sldMk cId="1673771898" sldId="320"/>
            <ac:spMk id="15" creationId="{B582ACA7-E197-C7BC-6FA6-5D3C7D123B09}"/>
          </ac:spMkLst>
        </pc:spChg>
        <pc:spChg chg="mod">
          <ac:chgData name="奇 周" userId="81ef359ddaddc9d8" providerId="LiveId" clId="{457FDECE-FE58-48A9-BA50-CD8F9DA298DF}" dt="2024-07-18T08:11:57.219" v="5025"/>
          <ac:spMkLst>
            <pc:docMk/>
            <pc:sldMk cId="1673771898" sldId="320"/>
            <ac:spMk id="17" creationId="{B4B391DA-037C-C81A-54D7-5E938EFF8001}"/>
          </ac:spMkLst>
        </pc:spChg>
        <pc:spChg chg="mod">
          <ac:chgData name="奇 周" userId="81ef359ddaddc9d8" providerId="LiveId" clId="{457FDECE-FE58-48A9-BA50-CD8F9DA298DF}" dt="2024-07-17T09:27:34.518" v="2874" actId="20577"/>
          <ac:spMkLst>
            <pc:docMk/>
            <pc:sldMk cId="1673771898" sldId="320"/>
            <ac:spMk id="18" creationId="{2BF7338A-13E5-215C-7184-50E407553046}"/>
          </ac:spMkLst>
        </pc:spChg>
        <pc:spChg chg="add del mod">
          <ac:chgData name="奇 周" userId="81ef359ddaddc9d8" providerId="LiveId" clId="{457FDECE-FE58-48A9-BA50-CD8F9DA298DF}" dt="2024-07-17T09:18:02.019" v="2835" actId="478"/>
          <ac:spMkLst>
            <pc:docMk/>
            <pc:sldMk cId="1673771898" sldId="320"/>
            <ac:spMk id="19" creationId="{71F1BEBB-BC5B-4D74-53DA-68A9DC874BA0}"/>
          </ac:spMkLst>
        </pc:spChg>
        <pc:grpChg chg="add mod">
          <ac:chgData name="奇 周" userId="81ef359ddaddc9d8" providerId="LiveId" clId="{457FDECE-FE58-48A9-BA50-CD8F9DA298DF}" dt="2024-07-17T09:28:08.748" v="2882" actId="1076"/>
          <ac:grpSpMkLst>
            <pc:docMk/>
            <pc:sldMk cId="1673771898" sldId="320"/>
            <ac:grpSpMk id="7" creationId="{0E68A205-1D1B-6250-06BB-778CC9626D31}"/>
          </ac:grpSpMkLst>
        </pc:grpChg>
        <pc:grpChg chg="add mod">
          <ac:chgData name="奇 周" userId="81ef359ddaddc9d8" providerId="LiveId" clId="{457FDECE-FE58-48A9-BA50-CD8F9DA298DF}" dt="2024-07-18T06:51:26.505" v="4974" actId="1076"/>
          <ac:grpSpMkLst>
            <pc:docMk/>
            <pc:sldMk cId="1673771898" sldId="320"/>
            <ac:grpSpMk id="10" creationId="{92081D42-15ED-C471-36E2-A19C6F78087C}"/>
          </ac:grpSpMkLst>
        </pc:grpChg>
        <pc:grpChg chg="add del mod">
          <ac:chgData name="奇 周" userId="81ef359ddaddc9d8" providerId="LiveId" clId="{457FDECE-FE58-48A9-BA50-CD8F9DA298DF}" dt="2024-07-17T05:55:16.655" v="2725" actId="478"/>
          <ac:grpSpMkLst>
            <pc:docMk/>
            <pc:sldMk cId="1673771898" sldId="320"/>
            <ac:grpSpMk id="13" creationId="{B7DD1D38-2B44-475E-5C69-E5F9E768EA3C}"/>
          </ac:grpSpMkLst>
        </pc:grpChg>
        <pc:grpChg chg="add mod">
          <ac:chgData name="奇 周" userId="81ef359ddaddc9d8" providerId="LiveId" clId="{457FDECE-FE58-48A9-BA50-CD8F9DA298DF}" dt="2024-07-17T09:27:39.775" v="2875" actId="1076"/>
          <ac:grpSpMkLst>
            <pc:docMk/>
            <pc:sldMk cId="1673771898" sldId="320"/>
            <ac:grpSpMk id="16" creationId="{CADC8990-77C1-B2FE-7599-21E4769593AF}"/>
          </ac:grpSpMkLst>
        </pc:grpChg>
        <pc:picChg chg="add mod">
          <ac:chgData name="奇 周" userId="81ef359ddaddc9d8" providerId="LiveId" clId="{457FDECE-FE58-48A9-BA50-CD8F9DA298DF}" dt="2024-07-17T09:28:10.074" v="2883" actId="1076"/>
          <ac:picMkLst>
            <pc:docMk/>
            <pc:sldMk cId="1673771898" sldId="320"/>
            <ac:picMk id="2" creationId="{E062D647-BED5-005E-D7D0-22CA94224DBC}"/>
          </ac:picMkLst>
        </pc:picChg>
        <pc:picChg chg="add del">
          <ac:chgData name="奇 周" userId="81ef359ddaddc9d8" providerId="LiveId" clId="{457FDECE-FE58-48A9-BA50-CD8F9DA298DF}" dt="2024-07-17T05:48:06.712" v="2482" actId="21"/>
          <ac:picMkLst>
            <pc:docMk/>
            <pc:sldMk cId="1673771898" sldId="320"/>
            <ac:picMk id="4" creationId="{358E63A6-C4F7-DFFC-69D4-89C4EF294583}"/>
          </ac:picMkLst>
        </pc:picChg>
        <pc:picChg chg="add mod">
          <ac:chgData name="奇 周" userId="81ef359ddaddc9d8" providerId="LiveId" clId="{457FDECE-FE58-48A9-BA50-CD8F9DA298DF}" dt="2024-07-17T09:28:14.257" v="2886" actId="1076"/>
          <ac:picMkLst>
            <pc:docMk/>
            <pc:sldMk cId="1673771898" sldId="320"/>
            <ac:picMk id="5" creationId="{B942B517-A4D2-3E04-9959-19E92098BA46}"/>
          </ac:picMkLst>
        </pc:picChg>
        <pc:picChg chg="add mod">
          <ac:chgData name="奇 周" userId="81ef359ddaddc9d8" providerId="LiveId" clId="{457FDECE-FE58-48A9-BA50-CD8F9DA298DF}" dt="2024-07-17T09:27:41.115" v="2876" actId="1076"/>
          <ac:picMkLst>
            <pc:docMk/>
            <pc:sldMk cId="1673771898" sldId="320"/>
            <ac:picMk id="13" creationId="{B3FD147A-C239-3C2A-EAE2-0FF417553A4A}"/>
          </ac:picMkLst>
        </pc:picChg>
        <pc:picChg chg="add del mod">
          <ac:chgData name="奇 周" userId="81ef359ddaddc9d8" providerId="LiveId" clId="{457FDECE-FE58-48A9-BA50-CD8F9DA298DF}" dt="2024-07-17T09:18:03.771" v="2836" actId="21"/>
          <ac:picMkLst>
            <pc:docMk/>
            <pc:sldMk cId="1673771898" sldId="320"/>
            <ac:picMk id="21" creationId="{E062D647-BED5-005E-D7D0-22CA94224DBC}"/>
          </ac:picMkLst>
        </pc:picChg>
        <pc:picChg chg="add mod">
          <ac:chgData name="奇 周" userId="81ef359ddaddc9d8" providerId="LiveId" clId="{457FDECE-FE58-48A9-BA50-CD8F9DA298DF}" dt="2024-07-17T09:28:15.867" v="2887" actId="1076"/>
          <ac:picMkLst>
            <pc:docMk/>
            <pc:sldMk cId="1673771898" sldId="320"/>
            <ac:picMk id="23" creationId="{14020C1D-E680-4C84-98C6-B63A50614F05}"/>
          </ac:picMkLst>
        </pc:picChg>
      </pc:sldChg>
      <pc:sldChg chg="addSp modSp del mod">
        <pc:chgData name="奇 周" userId="81ef359ddaddc9d8" providerId="LiveId" clId="{457FDECE-FE58-48A9-BA50-CD8F9DA298DF}" dt="2024-07-17T05:50:23.039" v="2494" actId="47"/>
        <pc:sldMkLst>
          <pc:docMk/>
          <pc:sldMk cId="2061573204" sldId="321"/>
        </pc:sldMkLst>
        <pc:spChg chg="mod">
          <ac:chgData name="奇 周" userId="81ef359ddaddc9d8" providerId="LiveId" clId="{457FDECE-FE58-48A9-BA50-CD8F9DA298DF}" dt="2024-07-17T03:10:22.862" v="2025"/>
          <ac:spMkLst>
            <pc:docMk/>
            <pc:sldMk cId="2061573204" sldId="321"/>
            <ac:spMk id="3" creationId="{14B3284A-1504-BDD8-3575-27E513011883}"/>
          </ac:spMkLst>
        </pc:spChg>
        <pc:picChg chg="add mod">
          <ac:chgData name="奇 周" userId="81ef359ddaddc9d8" providerId="LiveId" clId="{457FDECE-FE58-48A9-BA50-CD8F9DA298DF}" dt="2024-07-17T05:48:36.068" v="2493" actId="1076"/>
          <ac:picMkLst>
            <pc:docMk/>
            <pc:sldMk cId="2061573204" sldId="321"/>
            <ac:picMk id="4" creationId="{358E63A6-C4F7-DFFC-69D4-89C4EF294583}"/>
          </ac:picMkLst>
        </pc:picChg>
      </pc:sldChg>
      <pc:sldChg chg="modSp mod">
        <pc:chgData name="奇 周" userId="81ef359ddaddc9d8" providerId="LiveId" clId="{457FDECE-FE58-48A9-BA50-CD8F9DA298DF}" dt="2024-07-17T03:12:11.354" v="2092"/>
        <pc:sldMkLst>
          <pc:docMk/>
          <pc:sldMk cId="578102111" sldId="322"/>
        </pc:sldMkLst>
        <pc:spChg chg="mod">
          <ac:chgData name="奇 周" userId="81ef359ddaddc9d8" providerId="LiveId" clId="{457FDECE-FE58-48A9-BA50-CD8F9DA298DF}" dt="2024-07-17T03:12:11.354" v="2092"/>
          <ac:spMkLst>
            <pc:docMk/>
            <pc:sldMk cId="578102111" sldId="322"/>
            <ac:spMk id="11" creationId="{E604E99B-2E84-FE8E-C3B3-BCD7B834B884}"/>
          </ac:spMkLst>
        </pc:spChg>
        <pc:spChg chg="mod">
          <ac:chgData name="奇 周" userId="81ef359ddaddc9d8" providerId="LiveId" clId="{457FDECE-FE58-48A9-BA50-CD8F9DA298DF}" dt="2024-07-17T03:11:45.590" v="2037"/>
          <ac:spMkLst>
            <pc:docMk/>
            <pc:sldMk cId="578102111" sldId="322"/>
            <ac:spMk id="18" creationId="{9A1D9E00-42C0-6F20-DE3E-6A90F8118B86}"/>
          </ac:spMkLst>
        </pc:spChg>
      </pc:sldChg>
      <pc:sldChg chg="del">
        <pc:chgData name="奇 周" userId="81ef359ddaddc9d8" providerId="LiveId" clId="{457FDECE-FE58-48A9-BA50-CD8F9DA298DF}" dt="2024-07-17T03:10:49.070" v="2026" actId="47"/>
        <pc:sldMkLst>
          <pc:docMk/>
          <pc:sldMk cId="3213091596" sldId="322"/>
        </pc:sldMkLst>
      </pc:sldChg>
      <pc:sldChg chg="modSp mod">
        <pc:chgData name="奇 周" userId="81ef359ddaddc9d8" providerId="LiveId" clId="{457FDECE-FE58-48A9-BA50-CD8F9DA298DF}" dt="2024-07-17T03:11:59.675" v="2064"/>
        <pc:sldMkLst>
          <pc:docMk/>
          <pc:sldMk cId="3693003288" sldId="323"/>
        </pc:sldMkLst>
        <pc:spChg chg="mod">
          <ac:chgData name="奇 周" userId="81ef359ddaddc9d8" providerId="LiveId" clId="{457FDECE-FE58-48A9-BA50-CD8F9DA298DF}" dt="2024-07-17T03:11:59.675" v="2064"/>
          <ac:spMkLst>
            <pc:docMk/>
            <pc:sldMk cId="3693003288" sldId="323"/>
            <ac:spMk id="11" creationId="{E604E99B-2E84-FE8E-C3B3-BCD7B834B884}"/>
          </ac:spMkLst>
        </pc:spChg>
        <pc:spChg chg="mod">
          <ac:chgData name="奇 周" userId="81ef359ddaddc9d8" providerId="LiveId" clId="{457FDECE-FE58-48A9-BA50-CD8F9DA298DF}" dt="2024-07-17T03:11:52.727" v="2040"/>
          <ac:spMkLst>
            <pc:docMk/>
            <pc:sldMk cId="3693003288" sldId="323"/>
            <ac:spMk id="18" creationId="{9A1D9E00-42C0-6F20-DE3E-6A90F8118B86}"/>
          </ac:spMkLst>
        </pc:spChg>
      </pc:sldChg>
      <pc:sldChg chg="addSp delSp modSp mod addAnim delAnim modAnim">
        <pc:chgData name="奇 周" userId="81ef359ddaddc9d8" providerId="LiveId" clId="{457FDECE-FE58-48A9-BA50-CD8F9DA298DF}" dt="2024-07-17T09:56:25.441" v="3532" actId="1076"/>
        <pc:sldMkLst>
          <pc:docMk/>
          <pc:sldMk cId="3054704761" sldId="324"/>
        </pc:sldMkLst>
        <pc:spChg chg="mod">
          <ac:chgData name="奇 周" userId="81ef359ddaddc9d8" providerId="LiveId" clId="{457FDECE-FE58-48A9-BA50-CD8F9DA298DF}" dt="2024-07-17T09:28:33.345" v="2897"/>
          <ac:spMkLst>
            <pc:docMk/>
            <pc:sldMk cId="3054704761" sldId="324"/>
            <ac:spMk id="3" creationId="{14B3284A-1504-BDD8-3575-27E513011883}"/>
          </ac:spMkLst>
        </pc:spChg>
        <pc:spChg chg="add del mod">
          <ac:chgData name="奇 周" userId="81ef359ddaddc9d8" providerId="LiveId" clId="{457FDECE-FE58-48A9-BA50-CD8F9DA298DF}" dt="2024-07-17T09:56:25.441" v="3532" actId="1076"/>
          <ac:spMkLst>
            <pc:docMk/>
            <pc:sldMk cId="3054704761" sldId="324"/>
            <ac:spMk id="23" creationId="{628FC918-E272-EF68-3277-C3B712386928}"/>
          </ac:spMkLst>
        </pc:spChg>
        <pc:picChg chg="add mod">
          <ac:chgData name="奇 周" userId="81ef359ddaddc9d8" providerId="LiveId" clId="{457FDECE-FE58-48A9-BA50-CD8F9DA298DF}" dt="2024-07-17T09:44:44.399" v="3041" actId="14100"/>
          <ac:picMkLst>
            <pc:docMk/>
            <pc:sldMk cId="3054704761" sldId="324"/>
            <ac:picMk id="4" creationId="{714B2380-EB30-D805-040D-A5E35320FE41}"/>
          </ac:picMkLst>
        </pc:picChg>
        <pc:picChg chg="add mod">
          <ac:chgData name="奇 周" userId="81ef359ddaddc9d8" providerId="LiveId" clId="{457FDECE-FE58-48A9-BA50-CD8F9DA298DF}" dt="2024-07-17T09:44:48.839" v="3044" actId="14100"/>
          <ac:picMkLst>
            <pc:docMk/>
            <pc:sldMk cId="3054704761" sldId="324"/>
            <ac:picMk id="6" creationId="{8CAB2EDE-7347-B6B7-51B0-1A1E7283A040}"/>
          </ac:picMkLst>
        </pc:picChg>
        <pc:picChg chg="add mod">
          <ac:chgData name="奇 周" userId="81ef359ddaddc9d8" providerId="LiveId" clId="{457FDECE-FE58-48A9-BA50-CD8F9DA298DF}" dt="2024-07-17T09:44:52.574" v="3046" actId="14100"/>
          <ac:picMkLst>
            <pc:docMk/>
            <pc:sldMk cId="3054704761" sldId="324"/>
            <ac:picMk id="8" creationId="{3029FB31-F993-6949-5282-29835735EEFA}"/>
          </ac:picMkLst>
        </pc:picChg>
        <pc:picChg chg="add mod">
          <ac:chgData name="奇 周" userId="81ef359ddaddc9d8" providerId="LiveId" clId="{457FDECE-FE58-48A9-BA50-CD8F9DA298DF}" dt="2024-07-17T09:44:58.689" v="3048" actId="14100"/>
          <ac:picMkLst>
            <pc:docMk/>
            <pc:sldMk cId="3054704761" sldId="324"/>
            <ac:picMk id="10" creationId="{E49ED1E8-AACC-8EAB-D73B-1CD6BC0450F7}"/>
          </ac:picMkLst>
        </pc:picChg>
        <pc:picChg chg="add del mod">
          <ac:chgData name="奇 周" userId="81ef359ddaddc9d8" providerId="LiveId" clId="{457FDECE-FE58-48A9-BA50-CD8F9DA298DF}" dt="2024-07-17T09:34:48.400" v="2960" actId="478"/>
          <ac:picMkLst>
            <pc:docMk/>
            <pc:sldMk cId="3054704761" sldId="324"/>
            <ac:picMk id="12" creationId="{555A173B-3715-BAB6-9A5C-5B8CF64C5A78}"/>
          </ac:picMkLst>
        </pc:picChg>
        <pc:picChg chg="add del mod">
          <ac:chgData name="奇 周" userId="81ef359ddaddc9d8" providerId="LiveId" clId="{457FDECE-FE58-48A9-BA50-CD8F9DA298DF}" dt="2024-07-17T09:34:43.604" v="2958" actId="478"/>
          <ac:picMkLst>
            <pc:docMk/>
            <pc:sldMk cId="3054704761" sldId="324"/>
            <ac:picMk id="14" creationId="{C2A65AEB-A8E5-F8F2-5236-71915AACB2BE}"/>
          </ac:picMkLst>
        </pc:picChg>
        <pc:picChg chg="add mod">
          <ac:chgData name="奇 周" userId="81ef359ddaddc9d8" providerId="LiveId" clId="{457FDECE-FE58-48A9-BA50-CD8F9DA298DF}" dt="2024-07-17T09:34:46.771" v="2959" actId="1076"/>
          <ac:picMkLst>
            <pc:docMk/>
            <pc:sldMk cId="3054704761" sldId="324"/>
            <ac:picMk id="15" creationId="{5663C161-A4AD-4B80-AE1E-F0EBAC70E5CD}"/>
          </ac:picMkLst>
        </pc:picChg>
        <pc:picChg chg="add mod">
          <ac:chgData name="奇 周" userId="81ef359ddaddc9d8" providerId="LiveId" clId="{457FDECE-FE58-48A9-BA50-CD8F9DA298DF}" dt="2024-07-17T09:45:24.895" v="3059" actId="14100"/>
          <ac:picMkLst>
            <pc:docMk/>
            <pc:sldMk cId="3054704761" sldId="324"/>
            <ac:picMk id="17" creationId="{F8CC5286-EBC9-EFA9-9B4E-5BEEE348EBF7}"/>
          </ac:picMkLst>
        </pc:picChg>
        <pc:picChg chg="add del mod ord">
          <ac:chgData name="奇 周" userId="81ef359ddaddc9d8" providerId="LiveId" clId="{457FDECE-FE58-48A9-BA50-CD8F9DA298DF}" dt="2024-07-17T09:43:23.185" v="3023" actId="478"/>
          <ac:picMkLst>
            <pc:docMk/>
            <pc:sldMk cId="3054704761" sldId="324"/>
            <ac:picMk id="18" creationId="{A216FC3A-B3A7-7C3B-6651-D74247AD7C98}"/>
          </ac:picMkLst>
        </pc:picChg>
        <pc:picChg chg="add del mod">
          <ac:chgData name="奇 周" userId="81ef359ddaddc9d8" providerId="LiveId" clId="{457FDECE-FE58-48A9-BA50-CD8F9DA298DF}" dt="2024-07-17T09:44:08.498" v="3024" actId="478"/>
          <ac:picMkLst>
            <pc:docMk/>
            <pc:sldMk cId="3054704761" sldId="324"/>
            <ac:picMk id="19" creationId="{017CE08A-36A0-B2A8-2D6A-6F8C5A1943F8}"/>
          </ac:picMkLst>
        </pc:picChg>
        <pc:picChg chg="add mod">
          <ac:chgData name="奇 周" userId="81ef359ddaddc9d8" providerId="LiveId" clId="{457FDECE-FE58-48A9-BA50-CD8F9DA298DF}" dt="2024-07-17T09:45:36.733" v="3061" actId="1076"/>
          <ac:picMkLst>
            <pc:docMk/>
            <pc:sldMk cId="3054704761" sldId="324"/>
            <ac:picMk id="20" creationId="{1EF604D7-F8D9-9466-5A32-A94A6883D42C}"/>
          </ac:picMkLst>
        </pc:picChg>
        <pc:picChg chg="add mod">
          <ac:chgData name="奇 周" userId="81ef359ddaddc9d8" providerId="LiveId" clId="{457FDECE-FE58-48A9-BA50-CD8F9DA298DF}" dt="2024-07-17T09:45:39.772" v="3062" actId="14100"/>
          <ac:picMkLst>
            <pc:docMk/>
            <pc:sldMk cId="3054704761" sldId="324"/>
            <ac:picMk id="22" creationId="{362EF55B-61F0-19F2-3603-0C626AC1FCF3}"/>
          </ac:picMkLst>
        </pc:picChg>
        <pc:picChg chg="add mod">
          <ac:chgData name="奇 周" userId="81ef359ddaddc9d8" providerId="LiveId" clId="{457FDECE-FE58-48A9-BA50-CD8F9DA298DF}" dt="2024-07-17T09:45:33.199" v="3060" actId="1076"/>
          <ac:picMkLst>
            <pc:docMk/>
            <pc:sldMk cId="3054704761" sldId="324"/>
            <ac:picMk id="24" creationId="{BB3A4833-0964-62D6-DEBD-F5580A48C4B7}"/>
          </ac:picMkLst>
        </pc:picChg>
      </pc:sldChg>
      <pc:sldChg chg="addSp delSp modSp mod delAnim modAnim">
        <pc:chgData name="奇 周" userId="81ef359ddaddc9d8" providerId="LiveId" clId="{457FDECE-FE58-48A9-BA50-CD8F9DA298DF}" dt="2024-07-18T08:08:51.210" v="5017"/>
        <pc:sldMkLst>
          <pc:docMk/>
          <pc:sldMk cId="1483713328" sldId="325"/>
        </pc:sldMkLst>
        <pc:spChg chg="add del mod">
          <ac:chgData name="奇 周" userId="81ef359ddaddc9d8" providerId="LiveId" clId="{457FDECE-FE58-48A9-BA50-CD8F9DA298DF}" dt="2024-07-17T10:11:17.777" v="3845" actId="478"/>
          <ac:spMkLst>
            <pc:docMk/>
            <pc:sldMk cId="1483713328" sldId="325"/>
            <ac:spMk id="3" creationId="{14B3284A-1504-BDD8-3575-27E513011883}"/>
          </ac:spMkLst>
        </pc:spChg>
        <pc:spChg chg="add del mod">
          <ac:chgData name="奇 周" userId="81ef359ddaddc9d8" providerId="LiveId" clId="{457FDECE-FE58-48A9-BA50-CD8F9DA298DF}" dt="2024-07-17T09:55:38.844" v="3487" actId="478"/>
          <ac:spMkLst>
            <pc:docMk/>
            <pc:sldMk cId="1483713328" sldId="325"/>
            <ac:spMk id="7" creationId="{131EA620-D3D8-4E78-313D-AD9EADE6BCA6}"/>
          </ac:spMkLst>
        </pc:spChg>
        <pc:spChg chg="add del mod">
          <ac:chgData name="奇 周" userId="81ef359ddaddc9d8" providerId="LiveId" clId="{457FDECE-FE58-48A9-BA50-CD8F9DA298DF}" dt="2024-07-17T10:09:01.964" v="3821" actId="478"/>
          <ac:spMkLst>
            <pc:docMk/>
            <pc:sldMk cId="1483713328" sldId="325"/>
            <ac:spMk id="8" creationId="{8A074529-D0F8-6845-509C-EA055D7441AE}"/>
          </ac:spMkLst>
        </pc:spChg>
        <pc:spChg chg="mod">
          <ac:chgData name="奇 周" userId="81ef359ddaddc9d8" providerId="LiveId" clId="{457FDECE-FE58-48A9-BA50-CD8F9DA298DF}" dt="2024-07-17T10:09:02.894" v="3822"/>
          <ac:spMkLst>
            <pc:docMk/>
            <pc:sldMk cId="1483713328" sldId="325"/>
            <ac:spMk id="10" creationId="{7B31DAB2-3185-9EBC-0F80-5449BB496543}"/>
          </ac:spMkLst>
        </pc:spChg>
        <pc:spChg chg="mod">
          <ac:chgData name="奇 周" userId="81ef359ddaddc9d8" providerId="LiveId" clId="{457FDECE-FE58-48A9-BA50-CD8F9DA298DF}" dt="2024-07-17T10:09:02.894" v="3822"/>
          <ac:spMkLst>
            <pc:docMk/>
            <pc:sldMk cId="1483713328" sldId="325"/>
            <ac:spMk id="11" creationId="{7E2DBE42-C775-29ED-B8A6-C6DAA6ECE6A8}"/>
          </ac:spMkLst>
        </pc:spChg>
        <pc:spChg chg="mod">
          <ac:chgData name="奇 周" userId="81ef359ddaddc9d8" providerId="LiveId" clId="{457FDECE-FE58-48A9-BA50-CD8F9DA298DF}" dt="2024-07-17T10:09:02.894" v="3822"/>
          <ac:spMkLst>
            <pc:docMk/>
            <pc:sldMk cId="1483713328" sldId="325"/>
            <ac:spMk id="12" creationId="{3630E9BF-14C0-4371-2DDD-7E6611383A0F}"/>
          </ac:spMkLst>
        </pc:spChg>
        <pc:spChg chg="mod">
          <ac:chgData name="奇 周" userId="81ef359ddaddc9d8" providerId="LiveId" clId="{457FDECE-FE58-48A9-BA50-CD8F9DA298DF}" dt="2024-07-17T10:09:02.894" v="3822"/>
          <ac:spMkLst>
            <pc:docMk/>
            <pc:sldMk cId="1483713328" sldId="325"/>
            <ac:spMk id="13" creationId="{A6BD6ABE-F99F-593A-C7AC-299D3FA03441}"/>
          </ac:spMkLst>
        </pc:spChg>
        <pc:spChg chg="add del mod">
          <ac:chgData name="奇 周" userId="81ef359ddaddc9d8" providerId="LiveId" clId="{457FDECE-FE58-48A9-BA50-CD8F9DA298DF}" dt="2024-07-17T10:10:21.452" v="3825" actId="478"/>
          <ac:spMkLst>
            <pc:docMk/>
            <pc:sldMk cId="1483713328" sldId="325"/>
            <ac:spMk id="14" creationId="{A7E1DE56-9EC5-152C-CE8C-033B36BEB6EF}"/>
          </ac:spMkLst>
        </pc:spChg>
        <pc:spChg chg="mod">
          <ac:chgData name="奇 周" userId="81ef359ddaddc9d8" providerId="LiveId" clId="{457FDECE-FE58-48A9-BA50-CD8F9DA298DF}" dt="2024-07-17T10:09:02.894" v="3822"/>
          <ac:spMkLst>
            <pc:docMk/>
            <pc:sldMk cId="1483713328" sldId="325"/>
            <ac:spMk id="16" creationId="{4762067B-8749-9E64-5233-C5EC694D00F8}"/>
          </ac:spMkLst>
        </pc:spChg>
        <pc:spChg chg="mod">
          <ac:chgData name="奇 周" userId="81ef359ddaddc9d8" providerId="LiveId" clId="{457FDECE-FE58-48A9-BA50-CD8F9DA298DF}" dt="2024-07-17T10:09:02.894" v="3822"/>
          <ac:spMkLst>
            <pc:docMk/>
            <pc:sldMk cId="1483713328" sldId="325"/>
            <ac:spMk id="17" creationId="{94A5782F-91AD-52F7-EA2C-26D1BC9F4B74}"/>
          </ac:spMkLst>
        </pc:spChg>
        <pc:spChg chg="mod">
          <ac:chgData name="奇 周" userId="81ef359ddaddc9d8" providerId="LiveId" clId="{457FDECE-FE58-48A9-BA50-CD8F9DA298DF}" dt="2024-07-17T10:09:02.894" v="3822"/>
          <ac:spMkLst>
            <pc:docMk/>
            <pc:sldMk cId="1483713328" sldId="325"/>
            <ac:spMk id="18" creationId="{2348732C-769E-3508-A2BE-C5C6F5614E07}"/>
          </ac:spMkLst>
        </pc:spChg>
        <pc:spChg chg="mod">
          <ac:chgData name="奇 周" userId="81ef359ddaddc9d8" providerId="LiveId" clId="{457FDECE-FE58-48A9-BA50-CD8F9DA298DF}" dt="2024-07-17T10:09:02.894" v="3822"/>
          <ac:spMkLst>
            <pc:docMk/>
            <pc:sldMk cId="1483713328" sldId="325"/>
            <ac:spMk id="19" creationId="{E26AD668-F88E-516B-F41B-4BCEA52CB3F9}"/>
          </ac:spMkLst>
        </pc:spChg>
        <pc:spChg chg="add del mod">
          <ac:chgData name="奇 周" userId="81ef359ddaddc9d8" providerId="LiveId" clId="{457FDECE-FE58-48A9-BA50-CD8F9DA298DF}" dt="2024-07-17T10:10:26.733" v="3828" actId="478"/>
          <ac:spMkLst>
            <pc:docMk/>
            <pc:sldMk cId="1483713328" sldId="325"/>
            <ac:spMk id="20" creationId="{41BDFD70-DD09-B416-F3B1-CE5AD3A55C8D}"/>
          </ac:spMkLst>
        </pc:spChg>
        <pc:spChg chg="mod">
          <ac:chgData name="奇 周" userId="81ef359ddaddc9d8" providerId="LiveId" clId="{457FDECE-FE58-48A9-BA50-CD8F9DA298DF}" dt="2024-07-17T10:09:02.894" v="3822"/>
          <ac:spMkLst>
            <pc:docMk/>
            <pc:sldMk cId="1483713328" sldId="325"/>
            <ac:spMk id="22" creationId="{DB5E41A4-8DF9-41E0-8A27-68408AB913AC}"/>
          </ac:spMkLst>
        </pc:spChg>
        <pc:spChg chg="mod">
          <ac:chgData name="奇 周" userId="81ef359ddaddc9d8" providerId="LiveId" clId="{457FDECE-FE58-48A9-BA50-CD8F9DA298DF}" dt="2024-07-17T10:09:02.894" v="3822"/>
          <ac:spMkLst>
            <pc:docMk/>
            <pc:sldMk cId="1483713328" sldId="325"/>
            <ac:spMk id="23" creationId="{EFA5876C-28F0-414A-6DF8-497A97AF0D70}"/>
          </ac:spMkLst>
        </pc:spChg>
        <pc:spChg chg="mod">
          <ac:chgData name="奇 周" userId="81ef359ddaddc9d8" providerId="LiveId" clId="{457FDECE-FE58-48A9-BA50-CD8F9DA298DF}" dt="2024-07-17T10:09:02.894" v="3822"/>
          <ac:spMkLst>
            <pc:docMk/>
            <pc:sldMk cId="1483713328" sldId="325"/>
            <ac:spMk id="24" creationId="{A5ECB69D-4B02-2AA7-9C95-A7846676B53D}"/>
          </ac:spMkLst>
        </pc:spChg>
        <pc:spChg chg="mod">
          <ac:chgData name="奇 周" userId="81ef359ddaddc9d8" providerId="LiveId" clId="{457FDECE-FE58-48A9-BA50-CD8F9DA298DF}" dt="2024-07-17T10:09:02.894" v="3822"/>
          <ac:spMkLst>
            <pc:docMk/>
            <pc:sldMk cId="1483713328" sldId="325"/>
            <ac:spMk id="25" creationId="{BD74827F-88EB-93E9-149F-CE8EA87A9E82}"/>
          </ac:spMkLst>
        </pc:spChg>
        <pc:spChg chg="mod">
          <ac:chgData name="奇 周" userId="81ef359ddaddc9d8" providerId="LiveId" clId="{457FDECE-FE58-48A9-BA50-CD8F9DA298DF}" dt="2024-07-17T10:10:17.564" v="3823"/>
          <ac:spMkLst>
            <pc:docMk/>
            <pc:sldMk cId="1483713328" sldId="325"/>
            <ac:spMk id="27" creationId="{B5A862D2-182D-8E5E-CAEF-A6FF10584361}"/>
          </ac:spMkLst>
        </pc:spChg>
        <pc:spChg chg="mod">
          <ac:chgData name="奇 周" userId="81ef359ddaddc9d8" providerId="LiveId" clId="{457FDECE-FE58-48A9-BA50-CD8F9DA298DF}" dt="2024-07-17T10:10:17.564" v="3823"/>
          <ac:spMkLst>
            <pc:docMk/>
            <pc:sldMk cId="1483713328" sldId="325"/>
            <ac:spMk id="28" creationId="{A2E1F75A-CA5A-AE19-B84F-567EA8A536AF}"/>
          </ac:spMkLst>
        </pc:spChg>
        <pc:spChg chg="mod">
          <ac:chgData name="奇 周" userId="81ef359ddaddc9d8" providerId="LiveId" clId="{457FDECE-FE58-48A9-BA50-CD8F9DA298DF}" dt="2024-07-17T10:10:17.564" v="3823"/>
          <ac:spMkLst>
            <pc:docMk/>
            <pc:sldMk cId="1483713328" sldId="325"/>
            <ac:spMk id="29" creationId="{2048E241-7204-2C4D-D7A1-66090747CC78}"/>
          </ac:spMkLst>
        </pc:spChg>
        <pc:spChg chg="mod">
          <ac:chgData name="奇 周" userId="81ef359ddaddc9d8" providerId="LiveId" clId="{457FDECE-FE58-48A9-BA50-CD8F9DA298DF}" dt="2024-07-17T10:10:35.552" v="3840" actId="20577"/>
          <ac:spMkLst>
            <pc:docMk/>
            <pc:sldMk cId="1483713328" sldId="325"/>
            <ac:spMk id="30" creationId="{847B1B26-5E4F-28D9-6080-6F613FE1900F}"/>
          </ac:spMkLst>
        </pc:spChg>
        <pc:spChg chg="mod">
          <ac:chgData name="奇 周" userId="81ef359ddaddc9d8" providerId="LiveId" clId="{457FDECE-FE58-48A9-BA50-CD8F9DA298DF}" dt="2024-07-17T10:10:17.564" v="3823"/>
          <ac:spMkLst>
            <pc:docMk/>
            <pc:sldMk cId="1483713328" sldId="325"/>
            <ac:spMk id="32" creationId="{0320A475-EBA0-B598-53D8-B1E9370F3559}"/>
          </ac:spMkLst>
        </pc:spChg>
        <pc:spChg chg="mod">
          <ac:chgData name="奇 周" userId="81ef359ddaddc9d8" providerId="LiveId" clId="{457FDECE-FE58-48A9-BA50-CD8F9DA298DF}" dt="2024-07-17T10:10:17.564" v="3823"/>
          <ac:spMkLst>
            <pc:docMk/>
            <pc:sldMk cId="1483713328" sldId="325"/>
            <ac:spMk id="33" creationId="{21E634F8-F1B5-C00D-4E1C-7D4CF3018373}"/>
          </ac:spMkLst>
        </pc:spChg>
        <pc:spChg chg="mod">
          <ac:chgData name="奇 周" userId="81ef359ddaddc9d8" providerId="LiveId" clId="{457FDECE-FE58-48A9-BA50-CD8F9DA298DF}" dt="2024-07-17T10:10:17.564" v="3823"/>
          <ac:spMkLst>
            <pc:docMk/>
            <pc:sldMk cId="1483713328" sldId="325"/>
            <ac:spMk id="34" creationId="{EDC7765D-FDD1-AF62-29F8-F28BBB4ABCFB}"/>
          </ac:spMkLst>
        </pc:spChg>
        <pc:spChg chg="mod">
          <ac:chgData name="奇 周" userId="81ef359ddaddc9d8" providerId="LiveId" clId="{457FDECE-FE58-48A9-BA50-CD8F9DA298DF}" dt="2024-07-17T10:10:17.564" v="3823"/>
          <ac:spMkLst>
            <pc:docMk/>
            <pc:sldMk cId="1483713328" sldId="325"/>
            <ac:spMk id="35" creationId="{DA80D0DA-D366-CA8A-2F56-D60F72F2C416}"/>
          </ac:spMkLst>
        </pc:spChg>
        <pc:spChg chg="mod">
          <ac:chgData name="奇 周" userId="81ef359ddaddc9d8" providerId="LiveId" clId="{457FDECE-FE58-48A9-BA50-CD8F9DA298DF}" dt="2024-07-17T10:10:17.564" v="3823"/>
          <ac:spMkLst>
            <pc:docMk/>
            <pc:sldMk cId="1483713328" sldId="325"/>
            <ac:spMk id="37" creationId="{6ED8A3DD-5AD2-A3CF-BC26-61B30DE3039D}"/>
          </ac:spMkLst>
        </pc:spChg>
        <pc:spChg chg="mod">
          <ac:chgData name="奇 周" userId="81ef359ddaddc9d8" providerId="LiveId" clId="{457FDECE-FE58-48A9-BA50-CD8F9DA298DF}" dt="2024-07-17T10:10:17.564" v="3823"/>
          <ac:spMkLst>
            <pc:docMk/>
            <pc:sldMk cId="1483713328" sldId="325"/>
            <ac:spMk id="38" creationId="{DE4DB60E-A19C-12D6-7335-6BDAADBF62C1}"/>
          </ac:spMkLst>
        </pc:spChg>
        <pc:spChg chg="mod">
          <ac:chgData name="奇 周" userId="81ef359ddaddc9d8" providerId="LiveId" clId="{457FDECE-FE58-48A9-BA50-CD8F9DA298DF}" dt="2024-07-17T10:10:17.564" v="3823"/>
          <ac:spMkLst>
            <pc:docMk/>
            <pc:sldMk cId="1483713328" sldId="325"/>
            <ac:spMk id="39" creationId="{C6F85E6D-67C9-D0A9-52C0-927DDFD4D929}"/>
          </ac:spMkLst>
        </pc:spChg>
        <pc:spChg chg="mod">
          <ac:chgData name="奇 周" userId="81ef359ddaddc9d8" providerId="LiveId" clId="{457FDECE-FE58-48A9-BA50-CD8F9DA298DF}" dt="2024-07-17T10:10:17.564" v="3823"/>
          <ac:spMkLst>
            <pc:docMk/>
            <pc:sldMk cId="1483713328" sldId="325"/>
            <ac:spMk id="40" creationId="{A42BDB3B-4098-2B85-FC56-9303ED433293}"/>
          </ac:spMkLst>
        </pc:spChg>
        <pc:spChg chg="del mod topLvl">
          <ac:chgData name="奇 周" userId="81ef359ddaddc9d8" providerId="LiveId" clId="{457FDECE-FE58-48A9-BA50-CD8F9DA298DF}" dt="2024-07-17T10:14:49.606" v="4183" actId="478"/>
          <ac:spMkLst>
            <pc:docMk/>
            <pc:sldMk cId="1483713328" sldId="325"/>
            <ac:spMk id="42" creationId="{83FF9D04-6651-FAD5-18BF-D894A65549FB}"/>
          </ac:spMkLst>
        </pc:spChg>
        <pc:spChg chg="del mod topLvl">
          <ac:chgData name="奇 周" userId="81ef359ddaddc9d8" providerId="LiveId" clId="{457FDECE-FE58-48A9-BA50-CD8F9DA298DF}" dt="2024-07-17T10:14:47.370" v="4182" actId="478"/>
          <ac:spMkLst>
            <pc:docMk/>
            <pc:sldMk cId="1483713328" sldId="325"/>
            <ac:spMk id="43" creationId="{7FDBDAAE-7A5D-C290-7177-B0BBE54DF4BC}"/>
          </ac:spMkLst>
        </pc:spChg>
        <pc:spChg chg="add del mod">
          <ac:chgData name="奇 周" userId="81ef359ddaddc9d8" providerId="LiveId" clId="{457FDECE-FE58-48A9-BA50-CD8F9DA298DF}" dt="2024-07-17T10:20:02.598" v="4382" actId="478"/>
          <ac:spMkLst>
            <pc:docMk/>
            <pc:sldMk cId="1483713328" sldId="325"/>
            <ac:spMk id="44" creationId="{7013FDD2-B3FE-FE5E-073C-C43C9F7DEDF7}"/>
          </ac:spMkLst>
        </pc:spChg>
        <pc:spChg chg="add del mod">
          <ac:chgData name="奇 周" userId="81ef359ddaddc9d8" providerId="LiveId" clId="{457FDECE-FE58-48A9-BA50-CD8F9DA298DF}" dt="2024-07-17T10:16:04.882" v="4206" actId="21"/>
          <ac:spMkLst>
            <pc:docMk/>
            <pc:sldMk cId="1483713328" sldId="325"/>
            <ac:spMk id="45" creationId="{6EAD4F83-4E0A-6121-29AE-F675678DFCE3}"/>
          </ac:spMkLst>
        </pc:spChg>
        <pc:spChg chg="add del mod">
          <ac:chgData name="奇 周" userId="81ef359ddaddc9d8" providerId="LiveId" clId="{457FDECE-FE58-48A9-BA50-CD8F9DA298DF}" dt="2024-07-17T10:18:40.025" v="4334" actId="478"/>
          <ac:spMkLst>
            <pc:docMk/>
            <pc:sldMk cId="1483713328" sldId="325"/>
            <ac:spMk id="46" creationId="{EF5C05D9-0074-DE50-D511-8664231625D9}"/>
          </ac:spMkLst>
        </pc:spChg>
        <pc:spChg chg="add del mod">
          <ac:chgData name="奇 周" userId="81ef359ddaddc9d8" providerId="LiveId" clId="{457FDECE-FE58-48A9-BA50-CD8F9DA298DF}" dt="2024-07-17T10:18:44.642" v="4336" actId="478"/>
          <ac:spMkLst>
            <pc:docMk/>
            <pc:sldMk cId="1483713328" sldId="325"/>
            <ac:spMk id="47" creationId="{5AA2A24F-530F-C7FA-7950-3A8B3D758831}"/>
          </ac:spMkLst>
        </pc:spChg>
        <pc:spChg chg="add del mod">
          <ac:chgData name="奇 周" userId="81ef359ddaddc9d8" providerId="LiveId" clId="{457FDECE-FE58-48A9-BA50-CD8F9DA298DF}" dt="2024-07-17T10:18:38.268" v="4333" actId="478"/>
          <ac:spMkLst>
            <pc:docMk/>
            <pc:sldMk cId="1483713328" sldId="325"/>
            <ac:spMk id="48" creationId="{D76AD1BE-70F7-D296-8718-211FA0C459D4}"/>
          </ac:spMkLst>
        </pc:spChg>
        <pc:spChg chg="add del mod">
          <ac:chgData name="奇 周" userId="81ef359ddaddc9d8" providerId="LiveId" clId="{457FDECE-FE58-48A9-BA50-CD8F9DA298DF}" dt="2024-07-17T10:18:36.160" v="4332" actId="478"/>
          <ac:spMkLst>
            <pc:docMk/>
            <pc:sldMk cId="1483713328" sldId="325"/>
            <ac:spMk id="49" creationId="{0B7A0EAC-165C-064F-8686-98B59C0D63AA}"/>
          </ac:spMkLst>
        </pc:spChg>
        <pc:spChg chg="add del mod">
          <ac:chgData name="奇 周" userId="81ef359ddaddc9d8" providerId="LiveId" clId="{457FDECE-FE58-48A9-BA50-CD8F9DA298DF}" dt="2024-07-17T10:18:42.434" v="4335" actId="478"/>
          <ac:spMkLst>
            <pc:docMk/>
            <pc:sldMk cId="1483713328" sldId="325"/>
            <ac:spMk id="50" creationId="{AD0B10EA-66E2-33DC-099D-3B5DB15FC2D0}"/>
          </ac:spMkLst>
        </pc:spChg>
        <pc:spChg chg="add del mod">
          <ac:chgData name="奇 周" userId="81ef359ddaddc9d8" providerId="LiveId" clId="{457FDECE-FE58-48A9-BA50-CD8F9DA298DF}" dt="2024-07-17T10:16:04.882" v="4206" actId="21"/>
          <ac:spMkLst>
            <pc:docMk/>
            <pc:sldMk cId="1483713328" sldId="325"/>
            <ac:spMk id="51" creationId="{35E2C300-AF2F-25D3-86D2-4C402B8E5019}"/>
          </ac:spMkLst>
        </pc:spChg>
        <pc:spChg chg="add del mod">
          <ac:chgData name="奇 周" userId="81ef359ddaddc9d8" providerId="LiveId" clId="{457FDECE-FE58-48A9-BA50-CD8F9DA298DF}" dt="2024-07-17T10:16:35.427" v="4214" actId="478"/>
          <ac:spMkLst>
            <pc:docMk/>
            <pc:sldMk cId="1483713328" sldId="325"/>
            <ac:spMk id="52" creationId="{716F099F-4205-2910-BB15-29E9E7C1538C}"/>
          </ac:spMkLst>
        </pc:spChg>
        <pc:spChg chg="add del mod">
          <ac:chgData name="奇 周" userId="81ef359ddaddc9d8" providerId="LiveId" clId="{457FDECE-FE58-48A9-BA50-CD8F9DA298DF}" dt="2024-07-17T10:14:15.051" v="4181"/>
          <ac:spMkLst>
            <pc:docMk/>
            <pc:sldMk cId="1483713328" sldId="325"/>
            <ac:spMk id="53" creationId="{49FC62D3-F20D-33F9-42C1-D83FAFA5057B}"/>
          </ac:spMkLst>
        </pc:spChg>
        <pc:spChg chg="add del mod topLvl">
          <ac:chgData name="奇 周" userId="81ef359ddaddc9d8" providerId="LiveId" clId="{457FDECE-FE58-48A9-BA50-CD8F9DA298DF}" dt="2024-07-17T10:21:15.153" v="4441" actId="478"/>
          <ac:spMkLst>
            <pc:docMk/>
            <pc:sldMk cId="1483713328" sldId="325"/>
            <ac:spMk id="55" creationId="{6EAD4F83-4E0A-6121-29AE-F675678DFCE3}"/>
          </ac:spMkLst>
        </pc:spChg>
        <pc:spChg chg="add mod topLvl">
          <ac:chgData name="奇 周" userId="81ef359ddaddc9d8" providerId="LiveId" clId="{457FDECE-FE58-48A9-BA50-CD8F9DA298DF}" dt="2024-07-17T10:24:24.004" v="4912" actId="1076"/>
          <ac:spMkLst>
            <pc:docMk/>
            <pc:sldMk cId="1483713328" sldId="325"/>
            <ac:spMk id="56" creationId="{35E2C300-AF2F-25D3-86D2-4C402B8E5019}"/>
          </ac:spMkLst>
        </pc:spChg>
        <pc:spChg chg="add del mod">
          <ac:chgData name="奇 周" userId="81ef359ddaddc9d8" providerId="LiveId" clId="{457FDECE-FE58-48A9-BA50-CD8F9DA298DF}" dt="2024-07-17T10:20:04.541" v="4383" actId="478"/>
          <ac:spMkLst>
            <pc:docMk/>
            <pc:sldMk cId="1483713328" sldId="325"/>
            <ac:spMk id="58" creationId="{DF50E9E5-CCC3-02A1-0045-244C64BA1919}"/>
          </ac:spMkLst>
        </pc:spChg>
        <pc:spChg chg="del mod topLvl">
          <ac:chgData name="奇 周" userId="81ef359ddaddc9d8" providerId="LiveId" clId="{457FDECE-FE58-48A9-BA50-CD8F9DA298DF}" dt="2024-07-17T10:20:57.978" v="4415" actId="21"/>
          <ac:spMkLst>
            <pc:docMk/>
            <pc:sldMk cId="1483713328" sldId="325"/>
            <ac:spMk id="62" creationId="{D114C0CB-8D60-DD19-2A46-FA545F9DBA6A}"/>
          </ac:spMkLst>
        </pc:spChg>
        <pc:spChg chg="mod topLvl">
          <ac:chgData name="奇 周" userId="81ef359ddaddc9d8" providerId="LiveId" clId="{457FDECE-FE58-48A9-BA50-CD8F9DA298DF}" dt="2024-07-18T08:08:51.210" v="5017"/>
          <ac:spMkLst>
            <pc:docMk/>
            <pc:sldMk cId="1483713328" sldId="325"/>
            <ac:spMk id="63" creationId="{78FB5745-6790-DA8A-55F0-10644CBFF988}"/>
          </ac:spMkLst>
        </pc:spChg>
        <pc:spChg chg="add mod">
          <ac:chgData name="奇 周" userId="81ef359ddaddc9d8" providerId="LiveId" clId="{457FDECE-FE58-48A9-BA50-CD8F9DA298DF}" dt="2024-07-17T10:21:09.689" v="4439"/>
          <ac:spMkLst>
            <pc:docMk/>
            <pc:sldMk cId="1483713328" sldId="325"/>
            <ac:spMk id="64" creationId="{D114C0CB-8D60-DD19-2A46-FA545F9DBA6A}"/>
          </ac:spMkLst>
        </pc:spChg>
        <pc:spChg chg="add mod">
          <ac:chgData name="奇 周" userId="81ef359ddaddc9d8" providerId="LiveId" clId="{457FDECE-FE58-48A9-BA50-CD8F9DA298DF}" dt="2024-07-17T10:25:22.961" v="4916" actId="1076"/>
          <ac:spMkLst>
            <pc:docMk/>
            <pc:sldMk cId="1483713328" sldId="325"/>
            <ac:spMk id="65" creationId="{7C278A32-29C4-8831-0B36-D9E7185336E3}"/>
          </ac:spMkLst>
        </pc:spChg>
        <pc:grpChg chg="add del mod">
          <ac:chgData name="奇 周" userId="81ef359ddaddc9d8" providerId="LiveId" clId="{457FDECE-FE58-48A9-BA50-CD8F9DA298DF}" dt="2024-07-17T10:10:19.758" v="3824" actId="478"/>
          <ac:grpSpMkLst>
            <pc:docMk/>
            <pc:sldMk cId="1483713328" sldId="325"/>
            <ac:grpSpMk id="9" creationId="{7907A16D-046F-E669-3D23-CD051B505BD1}"/>
          </ac:grpSpMkLst>
        </pc:grpChg>
        <pc:grpChg chg="add del mod">
          <ac:chgData name="奇 周" userId="81ef359ddaddc9d8" providerId="LiveId" clId="{457FDECE-FE58-48A9-BA50-CD8F9DA298DF}" dt="2024-07-17T10:10:23.290" v="3826" actId="478"/>
          <ac:grpSpMkLst>
            <pc:docMk/>
            <pc:sldMk cId="1483713328" sldId="325"/>
            <ac:grpSpMk id="15" creationId="{8E519A99-C225-5F12-A664-7A9E3E19F79E}"/>
          </ac:grpSpMkLst>
        </pc:grpChg>
        <pc:grpChg chg="add del mod">
          <ac:chgData name="奇 周" userId="81ef359ddaddc9d8" providerId="LiveId" clId="{457FDECE-FE58-48A9-BA50-CD8F9DA298DF}" dt="2024-07-17T10:10:25.097" v="3827" actId="478"/>
          <ac:grpSpMkLst>
            <pc:docMk/>
            <pc:sldMk cId="1483713328" sldId="325"/>
            <ac:grpSpMk id="21" creationId="{687C7ED3-B8A8-522A-B34D-67214CBA11E3}"/>
          </ac:grpSpMkLst>
        </pc:grpChg>
        <pc:grpChg chg="add del mod">
          <ac:chgData name="奇 周" userId="81ef359ddaddc9d8" providerId="LiveId" clId="{457FDECE-FE58-48A9-BA50-CD8F9DA298DF}" dt="2024-07-17T10:10:38.195" v="3841" actId="478"/>
          <ac:grpSpMkLst>
            <pc:docMk/>
            <pc:sldMk cId="1483713328" sldId="325"/>
            <ac:grpSpMk id="26" creationId="{D8862D3E-FA42-14C5-8FC0-206AC22444D6}"/>
          </ac:grpSpMkLst>
        </pc:grpChg>
        <pc:grpChg chg="add del mod">
          <ac:chgData name="奇 周" userId="81ef359ddaddc9d8" providerId="LiveId" clId="{457FDECE-FE58-48A9-BA50-CD8F9DA298DF}" dt="2024-07-17T10:10:41.244" v="3842" actId="478"/>
          <ac:grpSpMkLst>
            <pc:docMk/>
            <pc:sldMk cId="1483713328" sldId="325"/>
            <ac:grpSpMk id="31" creationId="{C6B9ECA9-9229-0518-1E89-02C96C2056BB}"/>
          </ac:grpSpMkLst>
        </pc:grpChg>
        <pc:grpChg chg="add del mod">
          <ac:chgData name="奇 周" userId="81ef359ddaddc9d8" providerId="LiveId" clId="{457FDECE-FE58-48A9-BA50-CD8F9DA298DF}" dt="2024-07-17T10:10:43.115" v="3843" actId="478"/>
          <ac:grpSpMkLst>
            <pc:docMk/>
            <pc:sldMk cId="1483713328" sldId="325"/>
            <ac:grpSpMk id="36" creationId="{9E85BC58-D350-768A-19A7-E3F805F6DFE6}"/>
          </ac:grpSpMkLst>
        </pc:grpChg>
        <pc:grpChg chg="add del mod">
          <ac:chgData name="奇 周" userId="81ef359ddaddc9d8" providerId="LiveId" clId="{457FDECE-FE58-48A9-BA50-CD8F9DA298DF}" dt="2024-07-17T10:14:47.370" v="4182" actId="478"/>
          <ac:grpSpMkLst>
            <pc:docMk/>
            <pc:sldMk cId="1483713328" sldId="325"/>
            <ac:grpSpMk id="41" creationId="{FDC6085A-05FD-1BEE-1C4C-A7E9B092F1FA}"/>
          </ac:grpSpMkLst>
        </pc:grpChg>
        <pc:grpChg chg="add del mod">
          <ac:chgData name="奇 周" userId="81ef359ddaddc9d8" providerId="LiveId" clId="{457FDECE-FE58-48A9-BA50-CD8F9DA298DF}" dt="2024-07-17T10:21:15.153" v="4441" actId="478"/>
          <ac:grpSpMkLst>
            <pc:docMk/>
            <pc:sldMk cId="1483713328" sldId="325"/>
            <ac:grpSpMk id="57" creationId="{AFFB47B8-1791-E379-F84B-CF6AD5A5E6BE}"/>
          </ac:grpSpMkLst>
        </pc:grpChg>
        <pc:grpChg chg="add del mod">
          <ac:chgData name="奇 周" userId="81ef359ddaddc9d8" providerId="LiveId" clId="{457FDECE-FE58-48A9-BA50-CD8F9DA298DF}" dt="2024-07-17T10:20:57.978" v="4415" actId="21"/>
          <ac:grpSpMkLst>
            <pc:docMk/>
            <pc:sldMk cId="1483713328" sldId="325"/>
            <ac:grpSpMk id="61" creationId="{6497C9A4-4C6C-BC6E-A6C2-074A8CBFE2C2}"/>
          </ac:grpSpMkLst>
        </pc:grpChg>
        <pc:picChg chg="add mod">
          <ac:chgData name="奇 周" userId="81ef359ddaddc9d8" providerId="LiveId" clId="{457FDECE-FE58-48A9-BA50-CD8F9DA298DF}" dt="2024-07-17T09:52:32.473" v="3333" actId="1076"/>
          <ac:picMkLst>
            <pc:docMk/>
            <pc:sldMk cId="1483713328" sldId="325"/>
            <ac:picMk id="2" creationId="{0E133562-8C06-4DEA-FBFF-943B6D35047D}"/>
          </ac:picMkLst>
        </pc:picChg>
        <pc:picChg chg="add del mod">
          <ac:chgData name="奇 周" userId="81ef359ddaddc9d8" providerId="LiveId" clId="{457FDECE-FE58-48A9-BA50-CD8F9DA298DF}" dt="2024-07-17T10:03:19.625" v="3574" actId="478"/>
          <ac:picMkLst>
            <pc:docMk/>
            <pc:sldMk cId="1483713328" sldId="325"/>
            <ac:picMk id="4" creationId="{A529F952-F544-5FA2-23B9-C367237159E8}"/>
          </ac:picMkLst>
        </pc:picChg>
        <pc:picChg chg="add del mod">
          <ac:chgData name="奇 周" userId="81ef359ddaddc9d8" providerId="LiveId" clId="{457FDECE-FE58-48A9-BA50-CD8F9DA298DF}" dt="2024-07-17T10:03:28.315" v="3576" actId="478"/>
          <ac:picMkLst>
            <pc:docMk/>
            <pc:sldMk cId="1483713328" sldId="325"/>
            <ac:picMk id="5" creationId="{A6C519FC-C269-4AB7-BFE2-89C452FC3EE8}"/>
          </ac:picMkLst>
        </pc:picChg>
        <pc:picChg chg="add del mod ord">
          <ac:chgData name="奇 周" userId="81ef359ddaddc9d8" providerId="LiveId" clId="{457FDECE-FE58-48A9-BA50-CD8F9DA298DF}" dt="2024-07-17T09:55:19.633" v="3479" actId="478"/>
          <ac:picMkLst>
            <pc:docMk/>
            <pc:sldMk cId="1483713328" sldId="325"/>
            <ac:picMk id="6" creationId="{F27EFBFB-7CE5-3319-B853-D846F317BDA2}"/>
          </ac:picMkLst>
        </pc:picChg>
        <pc:picChg chg="add del mod">
          <ac:chgData name="奇 周" userId="81ef359ddaddc9d8" providerId="LiveId" clId="{457FDECE-FE58-48A9-BA50-CD8F9DA298DF}" dt="2024-07-17T10:18:33.871" v="4331" actId="478"/>
          <ac:picMkLst>
            <pc:docMk/>
            <pc:sldMk cId="1483713328" sldId="325"/>
            <ac:picMk id="54" creationId="{36744EE6-B741-00DA-1EA3-C62C8D97AAD1}"/>
          </ac:picMkLst>
        </pc:picChg>
        <pc:picChg chg="add del mod">
          <ac:chgData name="奇 周" userId="81ef359ddaddc9d8" providerId="LiveId" clId="{457FDECE-FE58-48A9-BA50-CD8F9DA298DF}" dt="2024-07-17T10:19:59.901" v="4381" actId="478"/>
          <ac:picMkLst>
            <pc:docMk/>
            <pc:sldMk cId="1483713328" sldId="325"/>
            <ac:picMk id="59" creationId="{49B38DCA-DA11-6506-8E52-2518D6893CDE}"/>
          </ac:picMkLst>
        </pc:picChg>
        <pc:picChg chg="add del mod">
          <ac:chgData name="奇 周" userId="81ef359ddaddc9d8" providerId="LiveId" clId="{457FDECE-FE58-48A9-BA50-CD8F9DA298DF}" dt="2024-07-17T10:19:58.491" v="4380" actId="478"/>
          <ac:picMkLst>
            <pc:docMk/>
            <pc:sldMk cId="1483713328" sldId="325"/>
            <ac:picMk id="60" creationId="{482208D8-DDB4-98E4-11E0-8DF152ED6C35}"/>
          </ac:picMkLst>
        </pc:picChg>
      </pc:sldChg>
      <pc:sldMasterChg chg="delSldLayout">
        <pc:chgData name="奇 周" userId="81ef359ddaddc9d8" providerId="LiveId" clId="{457FDECE-FE58-48A9-BA50-CD8F9DA298DF}" dt="2024-07-17T02:55:19.981" v="1142" actId="47"/>
        <pc:sldMasterMkLst>
          <pc:docMk/>
          <pc:sldMasterMk cId="0" sldId="2147483655"/>
        </pc:sldMasterMkLst>
        <pc:sldLayoutChg chg="del">
          <pc:chgData name="奇 周" userId="81ef359ddaddc9d8" providerId="LiveId" clId="{457FDECE-FE58-48A9-BA50-CD8F9DA298DF}" dt="2024-07-17T02:55:19.981" v="1142" actId="47"/>
          <pc:sldLayoutMkLst>
            <pc:docMk/>
            <pc:sldMasterMk cId="0" sldId="2147483655"/>
            <pc:sldLayoutMk cId="1213476284" sldId="214748385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C869B-4E6D-4609-9A47-34E4B8558683}" type="datetimeFigureOut">
              <a:rPr lang="zh-CN" altLang="en-US" smtClean="0"/>
              <a:t>2024/8/15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3F875-6694-48BD-B4E6-D937FF2860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792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81F3FE1F-B908-452B-837C-D2E471D1D39B}" type="datetimeFigureOut">
              <a:rPr lang="zh-CN" altLang="en-US"/>
              <a:pPr>
                <a:defRPr/>
              </a:pPr>
              <a:t>2024/8/15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EC2B89F-BA4A-4623-90A0-F95E4926B70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9557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C2B89F-BA4A-4623-90A0-F95E4926B701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174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C2B89F-BA4A-4623-90A0-F95E4926B701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2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C2B89F-BA4A-4623-90A0-F95E4926B701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614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C2B89F-BA4A-4623-90A0-F95E4926B701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126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C2B89F-BA4A-4623-90A0-F95E4926B701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187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C2B89F-BA4A-4623-90A0-F95E4926B701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793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C2B89F-BA4A-4623-90A0-F95E4926B701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931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C2B89F-BA4A-4623-90A0-F95E4926B701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450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C2B89F-BA4A-4623-90A0-F95E4926B701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224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C2B89F-BA4A-4623-90A0-F95E4926B701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3342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C2B89F-BA4A-4623-90A0-F95E4926B701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409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C2B89F-BA4A-4623-90A0-F95E4926B701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664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auto">
          <a:xfrm>
            <a:off x="844550" y="527050"/>
            <a:ext cx="10399713" cy="539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grpSp>
        <p:nvGrpSpPr>
          <p:cNvPr id="5" name="Group 8"/>
          <p:cNvGrpSpPr>
            <a:grpSpLocks/>
          </p:cNvGrpSpPr>
          <p:nvPr userDrawn="1"/>
        </p:nvGrpSpPr>
        <p:grpSpPr bwMode="auto">
          <a:xfrm>
            <a:off x="0" y="0"/>
            <a:ext cx="869950" cy="873125"/>
            <a:chOff x="0" y="672"/>
            <a:chExt cx="1806" cy="1989"/>
          </a:xfrm>
        </p:grpSpPr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359" y="2256"/>
              <a:ext cx="366" cy="4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1081" y="1066"/>
              <a:ext cx="359" cy="40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" name="Rectangle 11"/>
            <p:cNvSpPr>
              <a:spLocks noChangeArrowheads="1"/>
            </p:cNvSpPr>
            <p:nvPr userDrawn="1"/>
          </p:nvSpPr>
          <p:spPr bwMode="auto">
            <a:xfrm>
              <a:off x="1437" y="672"/>
              <a:ext cx="369" cy="401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12"/>
            <p:cNvSpPr>
              <a:spLocks noChangeArrowheads="1"/>
            </p:cNvSpPr>
            <p:nvPr userDrawn="1"/>
          </p:nvSpPr>
          <p:spPr bwMode="auto">
            <a:xfrm>
              <a:off x="718" y="2256"/>
              <a:ext cx="369" cy="40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 userDrawn="1"/>
          </p:nvSpPr>
          <p:spPr bwMode="auto">
            <a:xfrm>
              <a:off x="1437" y="1066"/>
              <a:ext cx="369" cy="4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 userDrawn="1"/>
          </p:nvSpPr>
          <p:spPr bwMode="auto">
            <a:xfrm>
              <a:off x="718" y="1464"/>
              <a:ext cx="369" cy="39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 15"/>
            <p:cNvSpPr>
              <a:spLocks noChangeArrowheads="1"/>
            </p:cNvSpPr>
            <p:nvPr userDrawn="1"/>
          </p:nvSpPr>
          <p:spPr bwMode="auto">
            <a:xfrm>
              <a:off x="0" y="1464"/>
              <a:ext cx="369" cy="39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16"/>
            <p:cNvSpPr>
              <a:spLocks noChangeArrowheads="1"/>
            </p:cNvSpPr>
            <p:nvPr userDrawn="1"/>
          </p:nvSpPr>
          <p:spPr bwMode="auto">
            <a:xfrm>
              <a:off x="1081" y="1464"/>
              <a:ext cx="359" cy="3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" name="Rectangle 17"/>
            <p:cNvSpPr>
              <a:spLocks noChangeArrowheads="1"/>
            </p:cNvSpPr>
            <p:nvPr userDrawn="1"/>
          </p:nvSpPr>
          <p:spPr bwMode="auto">
            <a:xfrm>
              <a:off x="359" y="1858"/>
              <a:ext cx="366" cy="40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8"/>
            <p:cNvSpPr>
              <a:spLocks noChangeArrowheads="1"/>
            </p:cNvSpPr>
            <p:nvPr userDrawn="1"/>
          </p:nvSpPr>
          <p:spPr bwMode="auto">
            <a:xfrm>
              <a:off x="718" y="1858"/>
              <a:ext cx="369" cy="4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8449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624418" y="1628775"/>
            <a:ext cx="10847916" cy="1295400"/>
          </a:xfrm>
        </p:spPr>
        <p:txBody>
          <a:bodyPr/>
          <a:lstStyle>
            <a:lvl1pPr algn="ctr">
              <a:defRPr sz="4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8450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624418" y="3357563"/>
            <a:ext cx="10847916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8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pic>
        <p:nvPicPr>
          <p:cNvPr id="19" name="Picture 20" descr="hust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015" y="52706"/>
            <a:ext cx="852886" cy="624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5522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183" y="612505"/>
            <a:ext cx="8352367" cy="647700"/>
          </a:xfrm>
        </p:spPr>
        <p:txBody>
          <a:bodyPr/>
          <a:lstStyle>
            <a:lvl1pPr>
              <a:defRPr spc="3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5000"/>
              </a:lnSpc>
              <a:defRPr sz="2400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2000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600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838731-E2DB-4284-83ED-693138A841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0828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872BD1-4115-40EF-AC16-4F78C210B7E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3640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84314"/>
            <a:ext cx="5384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84314"/>
            <a:ext cx="5384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618BA0-78C2-4878-B309-D87751AAF8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683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80709B-F1A9-4DDF-BAC3-C10F1E5474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392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0B37E2-86D8-4345-9335-8919582BF1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2"/>
          </p:nvPr>
        </p:nvSpPr>
        <p:spPr>
          <a:xfrm>
            <a:off x="0" y="6464528"/>
            <a:ext cx="3719736" cy="4061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 电信学院 点团队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41091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CF971-EC33-4ABE-AB76-D3A335D3D6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449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983AB-76D1-4FAA-9778-901A3E1510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316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616F8-A403-4595-BEE4-4C8CD619BD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431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0F7BC1-3954-4ABA-82C4-89EED6D293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8212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692150"/>
            <a:ext cx="2743200" cy="59055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92150"/>
            <a:ext cx="8026400" cy="5905500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CF7858-8930-4F8B-9B76-F78F08A2E6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945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14006" y="6451828"/>
            <a:ext cx="3860800" cy="406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12958" y="6451828"/>
            <a:ext cx="2844800" cy="406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69DFE80-C737-4FBC-B4CA-FAAEE69D1050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7183" y="612505"/>
            <a:ext cx="835183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7183" y="1299348"/>
            <a:ext cx="11249457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33" name="Rectangle 19"/>
          <p:cNvSpPr>
            <a:spLocks noChangeArrowheads="1"/>
          </p:cNvSpPr>
          <p:nvPr/>
        </p:nvSpPr>
        <p:spPr bwMode="auto">
          <a:xfrm>
            <a:off x="844550" y="527050"/>
            <a:ext cx="10399713" cy="539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grpSp>
        <p:nvGrpSpPr>
          <p:cNvPr id="1032" name="Group 8"/>
          <p:cNvGrpSpPr>
            <a:grpSpLocks/>
          </p:cNvGrpSpPr>
          <p:nvPr userDrawn="1"/>
        </p:nvGrpSpPr>
        <p:grpSpPr bwMode="auto">
          <a:xfrm>
            <a:off x="0" y="0"/>
            <a:ext cx="869950" cy="873125"/>
            <a:chOff x="0" y="672"/>
            <a:chExt cx="1806" cy="1989"/>
          </a:xfrm>
        </p:grpSpPr>
        <p:sp>
          <p:nvSpPr>
            <p:cNvPr id="22" name="Rectangle 9"/>
            <p:cNvSpPr>
              <a:spLocks noChangeArrowheads="1"/>
            </p:cNvSpPr>
            <p:nvPr userDrawn="1"/>
          </p:nvSpPr>
          <p:spPr bwMode="auto">
            <a:xfrm>
              <a:off x="359" y="2256"/>
              <a:ext cx="366" cy="4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10"/>
            <p:cNvSpPr>
              <a:spLocks noChangeArrowheads="1"/>
            </p:cNvSpPr>
            <p:nvPr userDrawn="1"/>
          </p:nvSpPr>
          <p:spPr bwMode="auto">
            <a:xfrm>
              <a:off x="1081" y="1066"/>
              <a:ext cx="359" cy="40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11"/>
            <p:cNvSpPr>
              <a:spLocks noChangeArrowheads="1"/>
            </p:cNvSpPr>
            <p:nvPr userDrawn="1"/>
          </p:nvSpPr>
          <p:spPr bwMode="auto">
            <a:xfrm>
              <a:off x="1437" y="672"/>
              <a:ext cx="369" cy="401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12"/>
            <p:cNvSpPr>
              <a:spLocks noChangeArrowheads="1"/>
            </p:cNvSpPr>
            <p:nvPr userDrawn="1"/>
          </p:nvSpPr>
          <p:spPr bwMode="auto">
            <a:xfrm>
              <a:off x="718" y="2256"/>
              <a:ext cx="369" cy="40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13"/>
            <p:cNvSpPr>
              <a:spLocks noChangeArrowheads="1"/>
            </p:cNvSpPr>
            <p:nvPr userDrawn="1"/>
          </p:nvSpPr>
          <p:spPr bwMode="auto">
            <a:xfrm>
              <a:off x="1437" y="1066"/>
              <a:ext cx="369" cy="4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14"/>
            <p:cNvSpPr>
              <a:spLocks noChangeArrowheads="1"/>
            </p:cNvSpPr>
            <p:nvPr userDrawn="1"/>
          </p:nvSpPr>
          <p:spPr bwMode="auto">
            <a:xfrm>
              <a:off x="718" y="1464"/>
              <a:ext cx="369" cy="39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15"/>
            <p:cNvSpPr>
              <a:spLocks noChangeArrowheads="1"/>
            </p:cNvSpPr>
            <p:nvPr userDrawn="1"/>
          </p:nvSpPr>
          <p:spPr bwMode="auto">
            <a:xfrm>
              <a:off x="0" y="1464"/>
              <a:ext cx="369" cy="39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" name="Rectangle 16"/>
            <p:cNvSpPr>
              <a:spLocks noChangeArrowheads="1"/>
            </p:cNvSpPr>
            <p:nvPr userDrawn="1"/>
          </p:nvSpPr>
          <p:spPr bwMode="auto">
            <a:xfrm>
              <a:off x="1081" y="1464"/>
              <a:ext cx="359" cy="3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0" name="Rectangle 17"/>
            <p:cNvSpPr>
              <a:spLocks noChangeArrowheads="1"/>
            </p:cNvSpPr>
            <p:nvPr userDrawn="1"/>
          </p:nvSpPr>
          <p:spPr bwMode="auto">
            <a:xfrm>
              <a:off x="359" y="1858"/>
              <a:ext cx="366" cy="40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" name="Rectangle 18"/>
            <p:cNvSpPr>
              <a:spLocks noChangeArrowheads="1"/>
            </p:cNvSpPr>
            <p:nvPr userDrawn="1"/>
          </p:nvSpPr>
          <p:spPr bwMode="auto">
            <a:xfrm>
              <a:off x="718" y="1858"/>
              <a:ext cx="369" cy="4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20" descr="hust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7589" y="88911"/>
            <a:ext cx="862362" cy="63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642" y="226540"/>
            <a:ext cx="950786" cy="3631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143000" indent="-228600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2057400" indent="-228600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11" Type="http://schemas.openxmlformats.org/officeDocument/2006/relationships/image" Target="../media/image20.png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4418" y="2636912"/>
            <a:ext cx="10847916" cy="2303711"/>
          </a:xfrm>
        </p:spPr>
        <p:txBody>
          <a:bodyPr/>
          <a:lstStyle/>
          <a:p>
            <a:r>
              <a:rPr lang="en-US" altLang="zh-CN" dirty="0"/>
              <a:t>SIAT</a:t>
            </a:r>
            <a:r>
              <a:rPr lang="zh-CN" altLang="en-US" dirty="0"/>
              <a:t>夏令营个人答辩</a:t>
            </a:r>
            <a:br>
              <a:rPr lang="en-US" altLang="zh-CN" dirty="0"/>
            </a:br>
            <a:r>
              <a:rPr lang="en-US" altLang="zh-CN" dirty="0"/>
              <a:t>				</a:t>
            </a:r>
            <a:br>
              <a:rPr lang="en-US" altLang="zh-CN" sz="2800" b="0" dirty="0"/>
            </a:br>
            <a:endParaRPr lang="zh-CN" altLang="en-US" b="0" dirty="0"/>
          </a:p>
        </p:txBody>
      </p:sp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4032251" y="5850258"/>
            <a:ext cx="40322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华中科技大学</a:t>
            </a:r>
            <a:endParaRPr lang="en-US" altLang="zh-CN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电子信息与通信学院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514403"/>
              </p:ext>
            </p:extLst>
          </p:nvPr>
        </p:nvGraphicFramePr>
        <p:xfrm>
          <a:off x="3791744" y="3939105"/>
          <a:ext cx="420491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4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99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提高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2101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59">
                <a:tc>
                  <a:txBody>
                    <a:bodyPr/>
                    <a:lstStyle/>
                    <a:p>
                      <a:pPr algn="ctr"/>
                      <a:endParaRPr lang="zh-CN" altLang="en-US" sz="2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992">
                <a:tc>
                  <a:txBody>
                    <a:bodyPr/>
                    <a:lstStyle/>
                    <a:p>
                      <a:pPr algn="ctr"/>
                      <a:endParaRPr lang="zh-CN" altLang="en-US" sz="2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图片 3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434" y="6019729"/>
            <a:ext cx="851817" cy="615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529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7203FF20-11E6-6B8E-D73F-09E2F39028CD}"/>
              </a:ext>
            </a:extLst>
          </p:cNvPr>
          <p:cNvGrpSpPr/>
          <p:nvPr/>
        </p:nvGrpSpPr>
        <p:grpSpPr>
          <a:xfrm>
            <a:off x="6312024" y="2014070"/>
            <a:ext cx="3658885" cy="3229960"/>
            <a:chOff x="6929761" y="1475778"/>
            <a:chExt cx="3658885" cy="3229960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15EB0550-6D7D-E96B-03ED-61410C5DBA23}"/>
                </a:ext>
              </a:extLst>
            </p:cNvPr>
            <p:cNvGrpSpPr/>
            <p:nvPr/>
          </p:nvGrpSpPr>
          <p:grpSpPr>
            <a:xfrm>
              <a:off x="6940374" y="1475778"/>
              <a:ext cx="3648272" cy="624490"/>
              <a:chOff x="7705144" y="1582364"/>
              <a:chExt cx="3648272" cy="624490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5556583-1673-FE25-3624-40A51A3B5F67}"/>
                  </a:ext>
                </a:extLst>
              </p:cNvPr>
              <p:cNvSpPr/>
              <p:nvPr/>
            </p:nvSpPr>
            <p:spPr>
              <a:xfrm>
                <a:off x="7705144" y="1626731"/>
                <a:ext cx="574126" cy="574126"/>
              </a:xfrm>
              <a:prstGeom prst="rect">
                <a:avLst/>
              </a:prstGeom>
              <a:solidFill>
                <a:srgbClr val="413788"/>
              </a:solidFill>
              <a:ln>
                <a:noFill/>
              </a:ln>
              <a:effectLst>
                <a:outerShdw blurRad="101600" dist="381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dirty="0">
                    <a:latin typeface="Arial"/>
                    <a:ea typeface="微软雅黑"/>
                    <a:sym typeface="Arial"/>
                  </a:rPr>
                  <a:t>01</a:t>
                </a:r>
                <a:endParaRPr lang="zh-CN" altLang="en-US" sz="2000" dirty="0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E2443CB-CD08-D0FF-45A9-E4C9D2879CB0}"/>
                  </a:ext>
                </a:extLst>
              </p:cNvPr>
              <p:cNvSpPr txBox="1"/>
              <p:nvPr/>
            </p:nvSpPr>
            <p:spPr>
              <a:xfrm>
                <a:off x="8597536" y="1582364"/>
                <a:ext cx="2432768" cy="581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57200"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20000"/>
                        </a:srgbClr>
                      </a:outerShdw>
                    </a:effectLst>
                    <a:latin typeface="Arial"/>
                    <a:ea typeface="微软雅黑"/>
                    <a:sym typeface="Arial"/>
                  </a:rPr>
                  <a:t>基本信息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6E56350-361E-99DF-B9F6-84970000BE30}"/>
                  </a:ext>
                </a:extLst>
              </p:cNvPr>
              <p:cNvSpPr txBox="1"/>
              <p:nvPr/>
            </p:nvSpPr>
            <p:spPr>
              <a:xfrm>
                <a:off x="8629388" y="2013147"/>
                <a:ext cx="2724028" cy="193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endParaRPr lang="zh-CN" altLang="zh-CN" sz="600" dirty="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sym typeface="Arial"/>
                </a:endParaRP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B26B5291-7C0F-3891-DA57-B307A5FD622C}"/>
                </a:ext>
              </a:extLst>
            </p:cNvPr>
            <p:cNvGrpSpPr/>
            <p:nvPr/>
          </p:nvGrpSpPr>
          <p:grpSpPr>
            <a:xfrm>
              <a:off x="6929761" y="2263787"/>
              <a:ext cx="3655890" cy="2441951"/>
              <a:chOff x="6929761" y="2263787"/>
              <a:chExt cx="3655890" cy="2441951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39428738-1504-5E04-6E3F-B42F5E1D3FBE}"/>
                  </a:ext>
                </a:extLst>
              </p:cNvPr>
              <p:cNvCxnSpPr/>
              <p:nvPr/>
            </p:nvCxnSpPr>
            <p:spPr>
              <a:xfrm>
                <a:off x="6929761" y="2263787"/>
                <a:ext cx="3381504" cy="0"/>
              </a:xfrm>
              <a:prstGeom prst="line">
                <a:avLst/>
              </a:prstGeom>
              <a:ln>
                <a:solidFill>
                  <a:srgbClr val="413788">
                    <a:alpha val="3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F43CFD33-4805-8868-2814-E5A6E9F090E5}"/>
                  </a:ext>
                </a:extLst>
              </p:cNvPr>
              <p:cNvGrpSpPr/>
              <p:nvPr/>
            </p:nvGrpSpPr>
            <p:grpSpPr>
              <a:xfrm>
                <a:off x="6937379" y="2315488"/>
                <a:ext cx="3648272" cy="657587"/>
                <a:chOff x="7705144" y="1549267"/>
                <a:chExt cx="3648272" cy="657587"/>
              </a:xfrm>
            </p:grpSpPr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2AF79AB4-F134-90D7-F115-DF4AA64C9DF7}"/>
                    </a:ext>
                  </a:extLst>
                </p:cNvPr>
                <p:cNvSpPr/>
                <p:nvPr/>
              </p:nvSpPr>
              <p:spPr>
                <a:xfrm>
                  <a:off x="7705144" y="1626731"/>
                  <a:ext cx="574126" cy="574126"/>
                </a:xfrm>
                <a:prstGeom prst="rect">
                  <a:avLst/>
                </a:prstGeom>
                <a:solidFill>
                  <a:srgbClr val="413788"/>
                </a:solidFill>
                <a:ln>
                  <a:noFill/>
                </a:ln>
                <a:effectLst>
                  <a:outerShdw blurRad="1016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2000" dirty="0">
                      <a:latin typeface="Arial"/>
                      <a:ea typeface="微软雅黑"/>
                      <a:sym typeface="Arial"/>
                    </a:rPr>
                    <a:t>02</a:t>
                  </a:r>
                  <a:endParaRPr lang="zh-CN" altLang="en-US" sz="2000" dirty="0">
                    <a:latin typeface="Arial"/>
                    <a:ea typeface="微软雅黑"/>
                    <a:sym typeface="Arial"/>
                  </a:endParaRPr>
                </a:p>
              </p:txBody>
            </p:sp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2349179-69BE-A07D-CADF-4C721A02AEC7}"/>
                    </a:ext>
                  </a:extLst>
                </p:cNvPr>
                <p:cNvSpPr txBox="1"/>
                <p:nvPr/>
              </p:nvSpPr>
              <p:spPr>
                <a:xfrm>
                  <a:off x="8633630" y="1549267"/>
                  <a:ext cx="2432768" cy="5810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457200">
                    <a:lnSpc>
                      <a:spcPct val="150000"/>
                    </a:lnSpc>
                  </a:pPr>
                  <a:r>
                    <a:rPr lang="zh-CN" altLang="en-US" sz="2400" b="1" dirty="0">
                      <a:solidFill>
                        <a:prstClr val="black"/>
                      </a:solidFill>
                      <a:effectLst>
                        <a:outerShdw blurRad="38100" dist="38100" dir="2700000" algn="tl">
                          <a:srgbClr val="000000">
                            <a:alpha val="20000"/>
                          </a:srgbClr>
                        </a:outerShdw>
                      </a:effectLst>
                      <a:latin typeface="Arial"/>
                      <a:ea typeface="微软雅黑"/>
                      <a:sym typeface="Arial"/>
                    </a:rPr>
                    <a:t>科研实践</a:t>
                  </a:r>
                </a:p>
              </p:txBody>
            </p:sp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61DE2A8-E3AC-54B1-3A2C-923DAC1D18C2}"/>
                    </a:ext>
                  </a:extLst>
                </p:cNvPr>
                <p:cNvSpPr txBox="1"/>
                <p:nvPr/>
              </p:nvSpPr>
              <p:spPr>
                <a:xfrm>
                  <a:off x="8629388" y="2013147"/>
                  <a:ext cx="2724028" cy="1937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endParaRPr lang="zh-CN" altLang="zh-CN" sz="600" dirty="0">
                    <a:solidFill>
                      <a:schemeClr val="bg1">
                        <a:lumMod val="65000"/>
                      </a:schemeClr>
                    </a:solidFill>
                    <a:latin typeface="Arial"/>
                    <a:ea typeface="微软雅黑"/>
                    <a:sym typeface="Arial"/>
                  </a:endParaRPr>
                </a:p>
              </p:txBody>
            </p:sp>
          </p:grp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5AD7FBD9-36C3-DA1E-332D-AA44329358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8422" y="3103496"/>
                <a:ext cx="3410532" cy="0"/>
              </a:xfrm>
              <a:prstGeom prst="line">
                <a:avLst/>
              </a:prstGeom>
              <a:ln>
                <a:solidFill>
                  <a:srgbClr val="413788">
                    <a:alpha val="3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F1ADC4F6-834E-3F86-57A2-949A2629F613}"/>
                  </a:ext>
                </a:extLst>
              </p:cNvPr>
              <p:cNvGrpSpPr/>
              <p:nvPr/>
            </p:nvGrpSpPr>
            <p:grpSpPr>
              <a:xfrm>
                <a:off x="6939092" y="3168441"/>
                <a:ext cx="3634200" cy="644342"/>
                <a:chOff x="7705144" y="1574180"/>
                <a:chExt cx="3634200" cy="644342"/>
              </a:xfrm>
            </p:grpSpPr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7A7BEB18-6945-251C-8204-A31AE616469C}"/>
                    </a:ext>
                  </a:extLst>
                </p:cNvPr>
                <p:cNvSpPr/>
                <p:nvPr/>
              </p:nvSpPr>
              <p:spPr>
                <a:xfrm>
                  <a:off x="7705144" y="1626731"/>
                  <a:ext cx="574126" cy="574126"/>
                </a:xfrm>
                <a:prstGeom prst="rect">
                  <a:avLst/>
                </a:prstGeom>
                <a:solidFill>
                  <a:srgbClr val="413788"/>
                </a:solidFill>
                <a:ln>
                  <a:noFill/>
                </a:ln>
                <a:effectLst>
                  <a:outerShdw blurRad="1016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2000" dirty="0">
                      <a:latin typeface="Arial"/>
                      <a:ea typeface="微软雅黑"/>
                      <a:sym typeface="Arial"/>
                    </a:rPr>
                    <a:t>03</a:t>
                  </a:r>
                  <a:endParaRPr lang="zh-CN" altLang="en-US" sz="2000" dirty="0">
                    <a:latin typeface="Arial"/>
                    <a:ea typeface="微软雅黑"/>
                    <a:sym typeface="Arial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22932B8F-B2E0-A809-E527-3AADBE465747}"/>
                    </a:ext>
                  </a:extLst>
                </p:cNvPr>
                <p:cNvSpPr txBox="1"/>
                <p:nvPr/>
              </p:nvSpPr>
              <p:spPr>
                <a:xfrm>
                  <a:off x="8608867" y="1574180"/>
                  <a:ext cx="2432768" cy="5810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457200">
                    <a:lnSpc>
                      <a:spcPct val="150000"/>
                    </a:lnSpc>
                  </a:pPr>
                  <a:r>
                    <a:rPr lang="zh-CN" altLang="en-US" sz="2400" b="1" dirty="0">
                      <a:solidFill>
                        <a:prstClr val="black"/>
                      </a:solidFill>
                      <a:effectLst>
                        <a:outerShdw blurRad="38100" dist="38100" dir="2700000" algn="tl">
                          <a:srgbClr val="000000">
                            <a:alpha val="20000"/>
                          </a:srgbClr>
                        </a:outerShdw>
                      </a:effectLst>
                      <a:latin typeface="Arial"/>
                      <a:ea typeface="微软雅黑"/>
                      <a:sym typeface="Arial"/>
                    </a:rPr>
                    <a:t>社会工作</a:t>
                  </a:r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F151D7E-DBB4-7223-9D74-D0799F1E319A}"/>
                    </a:ext>
                  </a:extLst>
                </p:cNvPr>
                <p:cNvSpPr txBox="1"/>
                <p:nvPr/>
              </p:nvSpPr>
              <p:spPr>
                <a:xfrm>
                  <a:off x="8615316" y="2024815"/>
                  <a:ext cx="2724028" cy="1937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endParaRPr lang="zh-CN" altLang="zh-CN" sz="600" dirty="0">
                    <a:solidFill>
                      <a:schemeClr val="bg1">
                        <a:lumMod val="65000"/>
                      </a:schemeClr>
                    </a:solidFill>
                    <a:latin typeface="Arial"/>
                    <a:ea typeface="微软雅黑"/>
                    <a:sym typeface="Arial"/>
                  </a:endParaRPr>
                </a:p>
              </p:txBody>
            </p:sp>
          </p:grp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20DD10C2-14A4-52B8-B91B-6CD31FCA676F}"/>
                  </a:ext>
                </a:extLst>
              </p:cNvPr>
              <p:cNvCxnSpPr/>
              <p:nvPr/>
            </p:nvCxnSpPr>
            <p:spPr>
              <a:xfrm>
                <a:off x="6944275" y="3891505"/>
                <a:ext cx="3381504" cy="0"/>
              </a:xfrm>
              <a:prstGeom prst="line">
                <a:avLst/>
              </a:prstGeom>
              <a:ln>
                <a:solidFill>
                  <a:srgbClr val="413788">
                    <a:alpha val="3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C731B502-68FB-E035-AC3D-952021E5715C}"/>
                  </a:ext>
                </a:extLst>
              </p:cNvPr>
              <p:cNvCxnSpPr/>
              <p:nvPr/>
            </p:nvCxnSpPr>
            <p:spPr>
              <a:xfrm>
                <a:off x="6949457" y="4705738"/>
                <a:ext cx="3381504" cy="0"/>
              </a:xfrm>
              <a:prstGeom prst="line">
                <a:avLst/>
              </a:prstGeom>
              <a:ln>
                <a:solidFill>
                  <a:srgbClr val="413788">
                    <a:alpha val="3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20214DA0-FB06-D4CA-172B-E5031E1D0D53}"/>
                  </a:ext>
                </a:extLst>
              </p:cNvPr>
              <p:cNvGrpSpPr/>
              <p:nvPr/>
            </p:nvGrpSpPr>
            <p:grpSpPr>
              <a:xfrm>
                <a:off x="6929761" y="3947398"/>
                <a:ext cx="3384376" cy="642977"/>
                <a:chOff x="7705144" y="1557880"/>
                <a:chExt cx="3384376" cy="642977"/>
              </a:xfrm>
            </p:grpSpPr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22BE2B40-1D2B-8632-619B-9B673FDCD0BD}"/>
                    </a:ext>
                  </a:extLst>
                </p:cNvPr>
                <p:cNvSpPr/>
                <p:nvPr/>
              </p:nvSpPr>
              <p:spPr>
                <a:xfrm>
                  <a:off x="7705144" y="1626731"/>
                  <a:ext cx="574126" cy="574126"/>
                </a:xfrm>
                <a:prstGeom prst="rect">
                  <a:avLst/>
                </a:prstGeom>
                <a:solidFill>
                  <a:srgbClr val="413788"/>
                </a:solidFill>
                <a:ln>
                  <a:noFill/>
                </a:ln>
                <a:effectLst>
                  <a:outerShdw blurRad="1016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2000" dirty="0">
                      <a:latin typeface="Arial"/>
                      <a:ea typeface="微软雅黑"/>
                      <a:sym typeface="Arial"/>
                    </a:rPr>
                    <a:t>04</a:t>
                  </a:r>
                  <a:endParaRPr lang="zh-CN" altLang="en-US" sz="2000" dirty="0">
                    <a:latin typeface="Arial"/>
                    <a:ea typeface="微软雅黑"/>
                    <a:sym typeface="Arial"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9D76C8F1-1B0B-E4E2-BE19-A5C6E44F6CF8}"/>
                    </a:ext>
                  </a:extLst>
                </p:cNvPr>
                <p:cNvSpPr txBox="1"/>
                <p:nvPr/>
              </p:nvSpPr>
              <p:spPr>
                <a:xfrm>
                  <a:off x="8656752" y="1557880"/>
                  <a:ext cx="2432768" cy="5810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457200">
                    <a:lnSpc>
                      <a:spcPct val="150000"/>
                    </a:lnSpc>
                  </a:pPr>
                  <a:r>
                    <a:rPr lang="zh-CN" altLang="en-US" sz="2400" b="1" dirty="0">
                      <a:solidFill>
                        <a:prstClr val="black"/>
                      </a:solidFill>
                      <a:effectLst>
                        <a:outerShdw blurRad="38100" dist="38100" dir="2700000" algn="tl">
                          <a:srgbClr val="000000">
                            <a:alpha val="20000"/>
                          </a:srgbClr>
                        </a:outerShdw>
                      </a:effectLst>
                      <a:latin typeface="Arial"/>
                      <a:ea typeface="微软雅黑"/>
                      <a:sym typeface="Arial"/>
                    </a:rPr>
                    <a:t>未来展望</a:t>
                  </a:r>
                </a:p>
              </p:txBody>
            </p:sp>
          </p:grpSp>
        </p:grp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FA3A66B-14F7-407E-E222-9E3AF54AEE87}"/>
              </a:ext>
            </a:extLst>
          </p:cNvPr>
          <p:cNvGrpSpPr/>
          <p:nvPr/>
        </p:nvGrpSpPr>
        <p:grpSpPr>
          <a:xfrm>
            <a:off x="1055440" y="1906561"/>
            <a:ext cx="3992647" cy="3371850"/>
            <a:chOff x="2587161" y="1866900"/>
            <a:chExt cx="3992647" cy="3371850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57BB1661-420C-8B19-9C24-A3D2C1DE1992}"/>
                </a:ext>
              </a:extLst>
            </p:cNvPr>
            <p:cNvGrpSpPr/>
            <p:nvPr/>
          </p:nvGrpSpPr>
          <p:grpSpPr>
            <a:xfrm>
              <a:off x="2587161" y="1866900"/>
              <a:ext cx="3992647" cy="3371850"/>
              <a:chOff x="2587161" y="1866900"/>
              <a:chExt cx="3992647" cy="3371850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EC03AA08-30B7-99C4-C165-A2F97C160C4D}"/>
                  </a:ext>
                </a:extLst>
              </p:cNvPr>
              <p:cNvSpPr/>
              <p:nvPr/>
            </p:nvSpPr>
            <p:spPr>
              <a:xfrm>
                <a:off x="4454286" y="1866900"/>
                <a:ext cx="258397" cy="3371850"/>
              </a:xfrm>
              <a:prstGeom prst="rect">
                <a:avLst/>
              </a:prstGeom>
              <a:solidFill>
                <a:srgbClr val="413788">
                  <a:alpha val="1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BA6B97E-0442-EFEC-E6F2-F3DDCAD2E754}"/>
                  </a:ext>
                </a:extLst>
              </p:cNvPr>
              <p:cNvSpPr txBox="1"/>
              <p:nvPr/>
            </p:nvSpPr>
            <p:spPr>
              <a:xfrm>
                <a:off x="3367100" y="3433372"/>
                <a:ext cx="2432768" cy="662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20000"/>
                        </a:srgbClr>
                      </a:outerShdw>
                    </a:effectLst>
                    <a:latin typeface="Arial"/>
                    <a:ea typeface="微软雅黑"/>
                    <a:sym typeface="Arial"/>
                  </a:rPr>
                  <a:t>目 录</a:t>
                </a: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B092DBA-ED5F-310F-08B9-C2DD5282BDF0}"/>
                  </a:ext>
                </a:extLst>
              </p:cNvPr>
              <p:cNvSpPr txBox="1"/>
              <p:nvPr/>
            </p:nvSpPr>
            <p:spPr>
              <a:xfrm>
                <a:off x="2587161" y="2591903"/>
                <a:ext cx="3992647" cy="662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>
                  <a:lnSpc>
                    <a:spcPct val="150000"/>
                  </a:lnSpc>
                </a:pPr>
                <a:r>
                  <a:rPr lang="en-US" altLang="zh-CN" sz="2800" b="1" dirty="0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20000"/>
                        </a:srgbClr>
                      </a:outerShdw>
                    </a:effectLst>
                    <a:latin typeface="Arial"/>
                    <a:ea typeface="微软雅黑"/>
                    <a:sym typeface="Arial"/>
                  </a:rPr>
                  <a:t>CONTENTS</a:t>
                </a:r>
                <a:endParaRPr lang="zh-CN" altLang="en-US" sz="28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20000"/>
                      </a:srgbClr>
                    </a:outerShdw>
                  </a:effectLst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D342D09-1294-2356-87AA-AE3CE911BF12}"/>
                  </a:ext>
                </a:extLst>
              </p:cNvPr>
              <p:cNvSpPr txBox="1"/>
              <p:nvPr/>
            </p:nvSpPr>
            <p:spPr>
              <a:xfrm>
                <a:off x="3115628" y="4076983"/>
                <a:ext cx="2935712" cy="260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endParaRPr lang="zh-CN" altLang="zh-CN" sz="1000" dirty="0">
                  <a:solidFill>
                    <a:schemeClr val="bg1">
                      <a:lumMod val="50000"/>
                    </a:schemeClr>
                  </a:solidFill>
                  <a:latin typeface="Arial"/>
                  <a:ea typeface="微软雅黑"/>
                  <a:sym typeface="Arial"/>
                </a:endParaRPr>
              </a:p>
            </p:txBody>
          </p:sp>
        </p:grp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BA15E4E-D142-381F-C9F5-EB37773557D8}"/>
                </a:ext>
              </a:extLst>
            </p:cNvPr>
            <p:cNvCxnSpPr/>
            <p:nvPr/>
          </p:nvCxnSpPr>
          <p:spPr>
            <a:xfrm>
              <a:off x="4454286" y="3384695"/>
              <a:ext cx="258397" cy="0"/>
            </a:xfrm>
            <a:prstGeom prst="line">
              <a:avLst/>
            </a:prstGeom>
            <a:ln w="28575">
              <a:solidFill>
                <a:srgbClr val="4137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6573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E604E99B-2E84-FE8E-C3B3-BCD7B834B884}"/>
              </a:ext>
            </a:extLst>
          </p:cNvPr>
          <p:cNvSpPr txBox="1"/>
          <p:nvPr/>
        </p:nvSpPr>
        <p:spPr>
          <a:xfrm>
            <a:off x="4228064" y="2912102"/>
            <a:ext cx="37518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5400" b="1" dirty="0">
                <a:solidFill>
                  <a:prstClr val="black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Arial"/>
                <a:ea typeface="微软雅黑"/>
                <a:sym typeface="Arial"/>
              </a:rPr>
              <a:t>基本信息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A1D9E00-42C0-6F20-DE3E-6A90F8118B86}"/>
              </a:ext>
            </a:extLst>
          </p:cNvPr>
          <p:cNvSpPr txBox="1"/>
          <p:nvPr/>
        </p:nvSpPr>
        <p:spPr>
          <a:xfrm>
            <a:off x="4676061" y="2207690"/>
            <a:ext cx="2855853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50000"/>
              </a:lnSpc>
            </a:pPr>
            <a:r>
              <a:rPr lang="en-US" altLang="zh-CN" sz="3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/>
              </a:rPr>
              <a:t>PART 01</a:t>
            </a:r>
            <a:endParaRPr lang="zh-CN" altLang="en-US" sz="36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673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14B3284A-1504-BDD8-3575-27E513011883}"/>
              </a:ext>
            </a:extLst>
          </p:cNvPr>
          <p:cNvSpPr txBox="1">
            <a:spLocks/>
          </p:cNvSpPr>
          <p:nvPr/>
        </p:nvSpPr>
        <p:spPr bwMode="auto">
          <a:xfrm>
            <a:off x="695400" y="620688"/>
            <a:ext cx="2736304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kern="0" dirty="0"/>
              <a:t>自我介绍</a:t>
            </a:r>
            <a:endParaRPr lang="en-US" kern="0" dirty="0"/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D3F783FD-3C01-4D48-E783-CA810BF49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456" y="1772816"/>
            <a:ext cx="8064896" cy="49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姓名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: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sym typeface="Arial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本科院校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: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华中科技大学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sym typeface="Arial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本科专业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: 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绩点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: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4.40    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排名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: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6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专业课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: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微积分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96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科学计算引论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96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信号与系统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95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CET4: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630  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CTE6: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564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荣誉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: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国家励志奖学金，曾宪梓奖学金，电信学院自强标兵等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sym typeface="Arial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奖项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: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数学竞赛一等奖，大唐杯三等奖等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sym typeface="Arial"/>
            </a:endParaRPr>
          </a:p>
          <a:p>
            <a:pPr>
              <a:lnSpc>
                <a:spcPct val="200000"/>
              </a:lnSpc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14" name="对角圆角矩形 18">
            <a:extLst>
              <a:ext uri="{FF2B5EF4-FFF2-40B4-BE49-F238E27FC236}">
                <a16:creationId xmlns:a16="http://schemas.microsoft.com/office/drawing/2014/main" id="{41A5CF9F-07DB-6A28-7DD0-4B216D757863}"/>
              </a:ext>
            </a:extLst>
          </p:cNvPr>
          <p:cNvSpPr/>
          <p:nvPr/>
        </p:nvSpPr>
        <p:spPr>
          <a:xfrm>
            <a:off x="10434045" y="5115975"/>
            <a:ext cx="311848" cy="310374"/>
          </a:xfrm>
          <a:prstGeom prst="round2DiagRect">
            <a:avLst>
              <a:gd name="adj1" fmla="val 27949"/>
              <a:gd name="adj2" fmla="val 0"/>
            </a:avLst>
          </a:prstGeom>
          <a:solidFill>
            <a:srgbClr val="413788"/>
          </a:solidFill>
          <a:ln w="28575"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15" name="对角圆角矩形 19">
            <a:extLst>
              <a:ext uri="{FF2B5EF4-FFF2-40B4-BE49-F238E27FC236}">
                <a16:creationId xmlns:a16="http://schemas.microsoft.com/office/drawing/2014/main" id="{CFB68C3D-4587-8F39-2FD5-F16B8AFCE372}"/>
              </a:ext>
            </a:extLst>
          </p:cNvPr>
          <p:cNvSpPr/>
          <p:nvPr/>
        </p:nvSpPr>
        <p:spPr>
          <a:xfrm>
            <a:off x="7778634" y="2180128"/>
            <a:ext cx="146498" cy="145806"/>
          </a:xfrm>
          <a:prstGeom prst="round2DiagRect">
            <a:avLst>
              <a:gd name="adj1" fmla="val 27949"/>
              <a:gd name="adj2" fmla="val 0"/>
            </a:avLst>
          </a:prstGeom>
          <a:solidFill>
            <a:srgbClr val="413788"/>
          </a:solidFill>
          <a:ln w="28575">
            <a:noFill/>
          </a:ln>
          <a:effectLst>
            <a:outerShdw blurRad="1905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69926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E604E99B-2E84-FE8E-C3B3-BCD7B834B884}"/>
              </a:ext>
            </a:extLst>
          </p:cNvPr>
          <p:cNvSpPr txBox="1"/>
          <p:nvPr/>
        </p:nvSpPr>
        <p:spPr>
          <a:xfrm>
            <a:off x="4228064" y="2912102"/>
            <a:ext cx="37518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5400" b="1" dirty="0">
                <a:solidFill>
                  <a:prstClr val="black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Arial"/>
                <a:ea typeface="微软雅黑"/>
                <a:sym typeface="Arial"/>
              </a:rPr>
              <a:t>科研实践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A1D9E00-42C0-6F20-DE3E-6A90F8118B86}"/>
              </a:ext>
            </a:extLst>
          </p:cNvPr>
          <p:cNvSpPr txBox="1"/>
          <p:nvPr/>
        </p:nvSpPr>
        <p:spPr>
          <a:xfrm>
            <a:off x="4676061" y="2207690"/>
            <a:ext cx="2855853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50000"/>
              </a:lnSpc>
            </a:pPr>
            <a:r>
              <a:rPr lang="en-US" altLang="zh-CN" sz="3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/>
              </a:rPr>
              <a:t>PART 02</a:t>
            </a:r>
            <a:endParaRPr lang="zh-CN" altLang="en-US" sz="36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6514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14B3284A-1504-BDD8-3575-27E513011883}"/>
              </a:ext>
            </a:extLst>
          </p:cNvPr>
          <p:cNvSpPr txBox="1">
            <a:spLocks/>
          </p:cNvSpPr>
          <p:nvPr/>
        </p:nvSpPr>
        <p:spPr bwMode="auto">
          <a:xfrm>
            <a:off x="695400" y="620688"/>
            <a:ext cx="2736304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kern="0" dirty="0"/>
              <a:t>科研经历</a:t>
            </a:r>
            <a:endParaRPr lang="en-US" kern="0" dirty="0"/>
          </a:p>
        </p:txBody>
      </p:sp>
      <p:grpSp>
        <p:nvGrpSpPr>
          <p:cNvPr id="69" name="Group 12">
            <a:extLst>
              <a:ext uri="{FF2B5EF4-FFF2-40B4-BE49-F238E27FC236}">
                <a16:creationId xmlns:a16="http://schemas.microsoft.com/office/drawing/2014/main" id="{AC2626F8-3967-34FC-4D19-C6B6F0F4FA65}"/>
              </a:ext>
            </a:extLst>
          </p:cNvPr>
          <p:cNvGrpSpPr/>
          <p:nvPr/>
        </p:nvGrpSpPr>
        <p:grpSpPr>
          <a:xfrm>
            <a:off x="4596381" y="3253823"/>
            <a:ext cx="2592840" cy="1280582"/>
            <a:chOff x="4799580" y="2524545"/>
            <a:chExt cx="2592840" cy="1280582"/>
          </a:xfrm>
        </p:grpSpPr>
        <p:sp>
          <p:nvSpPr>
            <p:cNvPr id="70" name="TextBox 10">
              <a:extLst>
                <a:ext uri="{FF2B5EF4-FFF2-40B4-BE49-F238E27FC236}">
                  <a16:creationId xmlns:a16="http://schemas.microsoft.com/office/drawing/2014/main" id="{FA6304C4-5601-1C62-418D-F3837EF5F3DE}"/>
                </a:ext>
              </a:extLst>
            </p:cNvPr>
            <p:cNvSpPr txBox="1"/>
            <p:nvPr/>
          </p:nvSpPr>
          <p:spPr>
            <a:xfrm flipH="1">
              <a:off x="4799580" y="2524545"/>
              <a:ext cx="25928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prstClr val="white"/>
                  </a:solidFill>
                  <a:latin typeface="Arial"/>
                  <a:ea typeface="微软雅黑"/>
                  <a:cs typeface="Lato" panose="020F0502020204030203" pitchFamily="34" charset="0"/>
                  <a:sym typeface="Arial"/>
                </a:rPr>
                <a:t>论文发表</a:t>
              </a:r>
              <a:r>
                <a:rPr lang="en-US" altLang="zh-CN" sz="2800" b="1" dirty="0">
                  <a:solidFill>
                    <a:prstClr val="white"/>
                  </a:solidFill>
                  <a:latin typeface="Arial"/>
                  <a:ea typeface="微软雅黑"/>
                  <a:cs typeface="Lato" panose="020F0502020204030203" pitchFamily="34" charset="0"/>
                  <a:sym typeface="Arial"/>
                </a:rPr>
                <a:t>-</a:t>
              </a:r>
              <a:r>
                <a:rPr lang="zh-CN" altLang="en-US" sz="2800" b="1" dirty="0">
                  <a:solidFill>
                    <a:prstClr val="white"/>
                  </a:solidFill>
                  <a:latin typeface="Arial"/>
                  <a:ea typeface="微软雅黑"/>
                  <a:cs typeface="Lato" panose="020F0502020204030203" pitchFamily="34" charset="0"/>
                  <a:sym typeface="Arial"/>
                </a:rPr>
                <a:t>全国中文核心期刊</a:t>
              </a:r>
            </a:p>
          </p:txBody>
        </p:sp>
        <p:sp>
          <p:nvSpPr>
            <p:cNvPr id="71" name="Rectangle 11">
              <a:extLst>
                <a:ext uri="{FF2B5EF4-FFF2-40B4-BE49-F238E27FC236}">
                  <a16:creationId xmlns:a16="http://schemas.microsoft.com/office/drawing/2014/main" id="{12A954ED-B403-EE4E-1445-6FB2D9A8209D}"/>
                </a:ext>
              </a:extLst>
            </p:cNvPr>
            <p:cNvSpPr/>
            <p:nvPr/>
          </p:nvSpPr>
          <p:spPr>
            <a:xfrm flipH="1">
              <a:off x="5223808" y="3497350"/>
              <a:ext cx="174438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  <a:latin typeface="Arial"/>
                  <a:ea typeface="微软雅黑"/>
                  <a:cs typeface="Calibri" panose="020F0502020204030204"/>
                  <a:sym typeface="Arial"/>
                </a:rPr>
                <a:t>Planning direction</a:t>
              </a:r>
              <a:endParaRPr lang="id-ID" sz="1400" b="1" dirty="0">
                <a:solidFill>
                  <a:prstClr val="white"/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7A59867-BE44-59C4-BBE2-32341B264D21}"/>
              </a:ext>
            </a:extLst>
          </p:cNvPr>
          <p:cNvGrpSpPr/>
          <p:nvPr/>
        </p:nvGrpSpPr>
        <p:grpSpPr>
          <a:xfrm>
            <a:off x="695400" y="1516565"/>
            <a:ext cx="3600400" cy="647700"/>
            <a:chOff x="1759113" y="2039447"/>
            <a:chExt cx="2054528" cy="647700"/>
          </a:xfrm>
        </p:grpSpPr>
        <p:sp>
          <p:nvSpPr>
            <p:cNvPr id="73" name="圆角矩形 15">
              <a:extLst>
                <a:ext uri="{FF2B5EF4-FFF2-40B4-BE49-F238E27FC236}">
                  <a16:creationId xmlns:a16="http://schemas.microsoft.com/office/drawing/2014/main" id="{1B5E373C-A099-95E3-E156-DDA12E236BCF}"/>
                </a:ext>
              </a:extLst>
            </p:cNvPr>
            <p:cNvSpPr/>
            <p:nvPr/>
          </p:nvSpPr>
          <p:spPr>
            <a:xfrm>
              <a:off x="1759113" y="2039447"/>
              <a:ext cx="2054528" cy="647700"/>
            </a:xfrm>
            <a:prstGeom prst="roundRect">
              <a:avLst>
                <a:gd name="adj" fmla="val 0"/>
              </a:avLst>
            </a:prstGeom>
            <a:solidFill>
              <a:srgbClr val="4137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Arial"/>
                  <a:ea typeface="微软雅黑"/>
                  <a:sym typeface="Arial"/>
                </a:rPr>
                <a:t>基于感知通信融合的功率分配</a:t>
              </a:r>
            </a:p>
          </p:txBody>
        </p:sp>
        <p:sp>
          <p:nvSpPr>
            <p:cNvPr id="74" name="TextBox 14">
              <a:extLst>
                <a:ext uri="{FF2B5EF4-FFF2-40B4-BE49-F238E27FC236}">
                  <a16:creationId xmlns:a16="http://schemas.microsoft.com/office/drawing/2014/main" id="{823272C2-3DDA-57C2-297E-8EED24947DAC}"/>
                </a:ext>
              </a:extLst>
            </p:cNvPr>
            <p:cNvSpPr txBox="1"/>
            <p:nvPr/>
          </p:nvSpPr>
          <p:spPr>
            <a:xfrm>
              <a:off x="2608881" y="2228136"/>
              <a:ext cx="1847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800" spc="300">
                  <a:solidFill>
                    <a:schemeClr val="tx1">
                      <a:lumMod val="75000"/>
                      <a:lumOff val="25000"/>
                    </a:schemeClr>
                  </a:solidFill>
                  <a:latin typeface="Impact" panose="020B0806030902050204" pitchFamily="34" charset="0"/>
                  <a:ea typeface="Helvetica Neue Med" panose="020B0604020202020204" pitchFamily="34" charset="0"/>
                </a:defRPr>
              </a:lvl1pPr>
            </a:lstStyle>
            <a:p>
              <a:pPr algn="ctr"/>
              <a:endParaRPr lang="en-US" altLang="zh-CN" sz="2000" b="1" dirty="0">
                <a:solidFill>
                  <a:schemeClr val="bg1"/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419103CA-8925-6C5B-B9A5-D6D52F79B1DA}"/>
              </a:ext>
            </a:extLst>
          </p:cNvPr>
          <p:cNvGrpSpPr/>
          <p:nvPr/>
        </p:nvGrpSpPr>
        <p:grpSpPr>
          <a:xfrm>
            <a:off x="6905136" y="1504940"/>
            <a:ext cx="3600399" cy="647700"/>
            <a:chOff x="1766344" y="2133598"/>
            <a:chExt cx="1989221" cy="559377"/>
          </a:xfrm>
        </p:grpSpPr>
        <p:sp>
          <p:nvSpPr>
            <p:cNvPr id="78" name="圆角矩形 24">
              <a:extLst>
                <a:ext uri="{FF2B5EF4-FFF2-40B4-BE49-F238E27FC236}">
                  <a16:creationId xmlns:a16="http://schemas.microsoft.com/office/drawing/2014/main" id="{D7A25BA4-16D3-8E41-1C33-162F8F52D9B0}"/>
                </a:ext>
              </a:extLst>
            </p:cNvPr>
            <p:cNvSpPr/>
            <p:nvPr/>
          </p:nvSpPr>
          <p:spPr>
            <a:xfrm>
              <a:off x="1766344" y="2133598"/>
              <a:ext cx="1989221" cy="559377"/>
            </a:xfrm>
            <a:prstGeom prst="roundRect">
              <a:avLst>
                <a:gd name="adj" fmla="val 0"/>
              </a:avLst>
            </a:prstGeom>
            <a:solidFill>
              <a:srgbClr val="4137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79" name="TextBox 14">
              <a:extLst>
                <a:ext uri="{FF2B5EF4-FFF2-40B4-BE49-F238E27FC236}">
                  <a16:creationId xmlns:a16="http://schemas.microsoft.com/office/drawing/2014/main" id="{5F520FA6-754C-7B3E-39BB-DA0BFE784401}"/>
                </a:ext>
              </a:extLst>
            </p:cNvPr>
            <p:cNvSpPr txBox="1"/>
            <p:nvPr/>
          </p:nvSpPr>
          <p:spPr>
            <a:xfrm>
              <a:off x="1766344" y="2228136"/>
              <a:ext cx="1869804" cy="345549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800" spc="300">
                  <a:solidFill>
                    <a:schemeClr val="tx1">
                      <a:lumMod val="75000"/>
                      <a:lumOff val="25000"/>
                    </a:schemeClr>
                  </a:solidFill>
                  <a:latin typeface="Impact" panose="020B0806030902050204" pitchFamily="34" charset="0"/>
                  <a:ea typeface="Helvetica Neue Med" panose="020B0604020202020204" pitchFamily="34" charset="0"/>
                </a:defRPr>
              </a:lvl1pPr>
            </a:lstStyle>
            <a:p>
              <a:pPr algn="ctr"/>
              <a:r>
                <a:rPr lang="zh-CN" altLang="en-US" sz="2000" dirty="0">
                  <a:solidFill>
                    <a:schemeClr val="lt1"/>
                  </a:solidFill>
                  <a:latin typeface="Arial"/>
                  <a:ea typeface="微软雅黑"/>
                  <a:sym typeface="Arial"/>
                </a:rPr>
                <a:t>基于</a:t>
              </a:r>
              <a:r>
                <a:rPr lang="en-US" altLang="zh-CN" sz="2000" dirty="0">
                  <a:solidFill>
                    <a:schemeClr val="lt1"/>
                  </a:solidFill>
                  <a:latin typeface="Arial"/>
                  <a:ea typeface="微软雅黑"/>
                  <a:sym typeface="Arial"/>
                </a:rPr>
                <a:t>MIMO</a:t>
              </a:r>
              <a:r>
                <a:rPr lang="zh-CN" altLang="en-US" sz="2000" dirty="0">
                  <a:solidFill>
                    <a:schemeClr val="lt1"/>
                  </a:solidFill>
                  <a:latin typeface="Arial"/>
                  <a:ea typeface="微软雅黑"/>
                  <a:sym typeface="Arial"/>
                </a:rPr>
                <a:t>的</a:t>
              </a:r>
              <a:r>
                <a:rPr lang="en-US" altLang="zh-CN" sz="2000" dirty="0">
                  <a:solidFill>
                    <a:schemeClr val="lt1"/>
                  </a:solidFill>
                  <a:latin typeface="Arial"/>
                  <a:ea typeface="微软雅黑"/>
                  <a:sym typeface="Arial"/>
                </a:rPr>
                <a:t>WIFI6</a:t>
              </a:r>
              <a:r>
                <a:rPr lang="zh-CN" altLang="en-US" sz="2000" dirty="0">
                  <a:solidFill>
                    <a:schemeClr val="lt1"/>
                  </a:solidFill>
                  <a:latin typeface="Arial"/>
                  <a:ea typeface="微软雅黑"/>
                  <a:sym typeface="Arial"/>
                </a:rPr>
                <a:t>建模</a:t>
              </a:r>
              <a:endParaRPr lang="en-US" altLang="zh-CN" sz="2000" dirty="0">
                <a:solidFill>
                  <a:schemeClr val="lt1"/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pic>
        <p:nvPicPr>
          <p:cNvPr id="82" name="图片 81">
            <a:extLst>
              <a:ext uri="{FF2B5EF4-FFF2-40B4-BE49-F238E27FC236}">
                <a16:creationId xmlns:a16="http://schemas.microsoft.com/office/drawing/2014/main" id="{FC89EAC5-81B3-D7F6-5AE4-9D8E020ED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23" y="2294053"/>
            <a:ext cx="2853182" cy="3971893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D036CF06-F94B-3C3C-142D-FD04ED196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604" y="2420888"/>
            <a:ext cx="4572396" cy="35436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EB8C28-7D48-E9AE-133C-9E33CFE71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121" y="2764544"/>
            <a:ext cx="4752528" cy="29241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A374BCC-7E5E-5C53-9DF3-0D878701E0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8569" y="2454824"/>
            <a:ext cx="6614733" cy="34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7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14B3284A-1504-BDD8-3575-27E513011883}"/>
              </a:ext>
            </a:extLst>
          </p:cNvPr>
          <p:cNvSpPr txBox="1">
            <a:spLocks/>
          </p:cNvSpPr>
          <p:nvPr/>
        </p:nvSpPr>
        <p:spPr bwMode="auto">
          <a:xfrm>
            <a:off x="695400" y="620688"/>
            <a:ext cx="2736304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kern="0" dirty="0"/>
              <a:t>实践经历</a:t>
            </a:r>
            <a:endParaRPr lang="en-US" kern="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E68A205-1D1B-6250-06BB-778CC9626D31}"/>
              </a:ext>
            </a:extLst>
          </p:cNvPr>
          <p:cNvGrpSpPr/>
          <p:nvPr/>
        </p:nvGrpSpPr>
        <p:grpSpPr>
          <a:xfrm>
            <a:off x="642488" y="1920968"/>
            <a:ext cx="3083898" cy="806817"/>
            <a:chOff x="1163639" y="1877851"/>
            <a:chExt cx="3083898" cy="80681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FE22BF3-8384-F547-E21E-DA5259197FB5}"/>
                </a:ext>
              </a:extLst>
            </p:cNvPr>
            <p:cNvSpPr/>
            <p:nvPr/>
          </p:nvSpPr>
          <p:spPr>
            <a:xfrm>
              <a:off x="1336163" y="1877851"/>
              <a:ext cx="2911374" cy="6947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414AA0"/>
                  </a:solidFill>
                  <a:latin typeface="Arial"/>
                  <a:ea typeface="微软雅黑"/>
                  <a:sym typeface="Arial"/>
                </a:rPr>
                <a:t>2023.5—2023.6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sym typeface="Arial"/>
                </a:rPr>
                <a:t>基于</a:t>
              </a: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sym typeface="Arial"/>
                </a:rPr>
                <a:t>FPGA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sym typeface="Arial"/>
                </a:rPr>
                <a:t>的钢琴块游戏设计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073A09E-7D1E-EDC4-9251-693B97C96893}"/>
                </a:ext>
              </a:extLst>
            </p:cNvPr>
            <p:cNvSpPr/>
            <p:nvPr/>
          </p:nvSpPr>
          <p:spPr>
            <a:xfrm>
              <a:off x="1163639" y="2412029"/>
              <a:ext cx="2323140" cy="2726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2081D42-15ED-C471-36E2-A19C6F78087C}"/>
              </a:ext>
            </a:extLst>
          </p:cNvPr>
          <p:cNvGrpSpPr/>
          <p:nvPr/>
        </p:nvGrpSpPr>
        <p:grpSpPr>
          <a:xfrm>
            <a:off x="5805188" y="2719022"/>
            <a:ext cx="2911374" cy="1276770"/>
            <a:chOff x="822292" y="2412029"/>
            <a:chExt cx="2911374" cy="127677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B025A1F-6CCA-A45C-508C-BE9B1F6EAC80}"/>
                </a:ext>
              </a:extLst>
            </p:cNvPr>
            <p:cNvSpPr/>
            <p:nvPr/>
          </p:nvSpPr>
          <p:spPr>
            <a:xfrm>
              <a:off x="822292" y="2622673"/>
              <a:ext cx="2911374" cy="10661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414AA0"/>
                  </a:solidFill>
                  <a:latin typeface="Arial"/>
                  <a:ea typeface="微软雅黑"/>
                  <a:sym typeface="Arial"/>
                </a:rPr>
                <a:t>2024.4—2024.6</a:t>
              </a:r>
            </a:p>
            <a:p>
              <a:pPr>
                <a:lnSpc>
                  <a:spcPct val="120000"/>
                </a:lnSpc>
              </a:pPr>
              <a:r>
                <a:rPr lang="zh-CN" altLang="zh-CN" sz="1800" b="1" spc="3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基于</a:t>
              </a:r>
              <a:r>
                <a:rPr lang="en-US" altLang="zh-CN" sz="1800" b="1" spc="3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Tang-nano4K</a:t>
              </a:r>
              <a:r>
                <a:rPr lang="zh-CN" altLang="zh-CN" sz="1800" b="1" spc="3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打地鼠游戏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6FF406F-54BD-1E46-FFAE-E8D318C97BF8}"/>
                </a:ext>
              </a:extLst>
            </p:cNvPr>
            <p:cNvSpPr/>
            <p:nvPr/>
          </p:nvSpPr>
          <p:spPr>
            <a:xfrm>
              <a:off x="1163639" y="2412029"/>
              <a:ext cx="2323140" cy="271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25012C78-3AE5-B8A8-D168-9C352DA6A1BC}"/>
              </a:ext>
            </a:extLst>
          </p:cNvPr>
          <p:cNvSpPr/>
          <p:nvPr/>
        </p:nvSpPr>
        <p:spPr>
          <a:xfrm>
            <a:off x="3632114" y="4767290"/>
            <a:ext cx="2082621" cy="6947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14AA0"/>
                </a:solidFill>
                <a:latin typeface="Arial"/>
                <a:ea typeface="微软雅黑"/>
                <a:sym typeface="Arial"/>
              </a:rPr>
              <a:t>2023.10—2023.12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rPr>
              <a:t>人脸识别系统设计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ADC8990-77C1-B2FE-7599-21E4769593AF}"/>
              </a:ext>
            </a:extLst>
          </p:cNvPr>
          <p:cNvGrpSpPr/>
          <p:nvPr/>
        </p:nvGrpSpPr>
        <p:grpSpPr>
          <a:xfrm>
            <a:off x="8776399" y="4608720"/>
            <a:ext cx="2323141" cy="959456"/>
            <a:chOff x="1163638" y="1724122"/>
            <a:chExt cx="2323141" cy="9594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4B391DA-037C-C81A-54D7-5E938EFF8001}"/>
                </a:ext>
              </a:extLst>
            </p:cNvPr>
            <p:cNvSpPr/>
            <p:nvPr/>
          </p:nvSpPr>
          <p:spPr>
            <a:xfrm>
              <a:off x="1163638" y="1724122"/>
              <a:ext cx="1826141" cy="6947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414AA0"/>
                  </a:solidFill>
                  <a:latin typeface="Arial"/>
                  <a:ea typeface="微软雅黑"/>
                  <a:sym typeface="Arial"/>
                </a:rPr>
                <a:t>2024.6—2024.7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sym typeface="Arial"/>
                </a:rPr>
                <a:t>vivo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sym typeface="Arial"/>
                </a:rPr>
                <a:t>实习</a:t>
              </a:r>
              <a:r>
                <a:rPr lang="zh-CN" altLang="en-US"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sym typeface="Arial"/>
                </a:rPr>
                <a:t>优秀学院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BF7338A-13E5-215C-7184-50E407553046}"/>
                </a:ext>
              </a:extLst>
            </p:cNvPr>
            <p:cNvSpPr/>
            <p:nvPr/>
          </p:nvSpPr>
          <p:spPr>
            <a:xfrm>
              <a:off x="1163639" y="2412029"/>
              <a:ext cx="2323140" cy="271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14020C1D-E680-4C84-98C6-B63A50614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940" y="3939215"/>
            <a:ext cx="2802516" cy="192344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062D647-BED5-005E-D7D0-22CA94224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447" y="2727785"/>
            <a:ext cx="1943661" cy="253601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942B517-A4D2-3E04-9959-19E92098B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790" y="3144509"/>
            <a:ext cx="2082621" cy="152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71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E604E99B-2E84-FE8E-C3B3-BCD7B834B884}"/>
              </a:ext>
            </a:extLst>
          </p:cNvPr>
          <p:cNvSpPr txBox="1"/>
          <p:nvPr/>
        </p:nvSpPr>
        <p:spPr>
          <a:xfrm>
            <a:off x="4228064" y="2912102"/>
            <a:ext cx="37518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5400" b="1" dirty="0">
                <a:solidFill>
                  <a:prstClr val="black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Arial"/>
                <a:ea typeface="微软雅黑"/>
                <a:sym typeface="Arial"/>
              </a:rPr>
              <a:t>社会工作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A1D9E00-42C0-6F20-DE3E-6A90F8118B86}"/>
              </a:ext>
            </a:extLst>
          </p:cNvPr>
          <p:cNvSpPr txBox="1"/>
          <p:nvPr/>
        </p:nvSpPr>
        <p:spPr>
          <a:xfrm>
            <a:off x="4676061" y="2207690"/>
            <a:ext cx="2855853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50000"/>
              </a:lnSpc>
            </a:pPr>
            <a:r>
              <a:rPr lang="en-US" altLang="zh-CN" sz="3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/>
              </a:rPr>
              <a:t>PART 03</a:t>
            </a:r>
            <a:endParaRPr lang="zh-CN" altLang="en-US" sz="36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8102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14B3284A-1504-BDD8-3575-27E513011883}"/>
              </a:ext>
            </a:extLst>
          </p:cNvPr>
          <p:cNvSpPr txBox="1">
            <a:spLocks/>
          </p:cNvSpPr>
          <p:nvPr/>
        </p:nvSpPr>
        <p:spPr bwMode="auto">
          <a:xfrm>
            <a:off x="695400" y="620688"/>
            <a:ext cx="2736304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kern="0" dirty="0"/>
              <a:t>社会实践</a:t>
            </a:r>
            <a:endParaRPr lang="en-US" kern="0" dirty="0"/>
          </a:p>
        </p:txBody>
      </p:sp>
      <p:pic>
        <p:nvPicPr>
          <p:cNvPr id="4" name="图片 3" descr="手机屏幕的截图&#10;&#10;描述已自动生成">
            <a:extLst>
              <a:ext uri="{FF2B5EF4-FFF2-40B4-BE49-F238E27FC236}">
                <a16:creationId xmlns:a16="http://schemas.microsoft.com/office/drawing/2014/main" id="{714B2380-EB30-D805-040D-A5E35320FE4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592"/>
          <a:stretch/>
        </p:blipFill>
        <p:spPr>
          <a:xfrm>
            <a:off x="119336" y="1474539"/>
            <a:ext cx="1999013" cy="1018358"/>
          </a:xfrm>
          <a:prstGeom prst="rect">
            <a:avLst/>
          </a:prstGeom>
        </p:spPr>
      </p:pic>
      <p:pic>
        <p:nvPicPr>
          <p:cNvPr id="6" name="图片 5" descr="电脑屏幕的照片上有文字&#10;&#10;描述已自动生成">
            <a:extLst>
              <a:ext uri="{FF2B5EF4-FFF2-40B4-BE49-F238E27FC236}">
                <a16:creationId xmlns:a16="http://schemas.microsoft.com/office/drawing/2014/main" id="{8CAB2EDE-7347-B6B7-51B0-1A1E7283A04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7"/>
          <a:stretch/>
        </p:blipFill>
        <p:spPr>
          <a:xfrm>
            <a:off x="2118349" y="2586421"/>
            <a:ext cx="1945007" cy="1685155"/>
          </a:xfrm>
          <a:prstGeom prst="rect">
            <a:avLst/>
          </a:prstGeom>
        </p:spPr>
      </p:pic>
      <p:pic>
        <p:nvPicPr>
          <p:cNvPr id="8" name="图片 7" descr="地图&#10;&#10;描述已自动生成">
            <a:extLst>
              <a:ext uri="{FF2B5EF4-FFF2-40B4-BE49-F238E27FC236}">
                <a16:creationId xmlns:a16="http://schemas.microsoft.com/office/drawing/2014/main" id="{3029FB31-F993-6949-5282-29835735EEF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63"/>
          <a:stretch/>
        </p:blipFill>
        <p:spPr>
          <a:xfrm>
            <a:off x="4044981" y="2642864"/>
            <a:ext cx="1945007" cy="1645233"/>
          </a:xfrm>
          <a:prstGeom prst="rect">
            <a:avLst/>
          </a:prstGeom>
        </p:spPr>
      </p:pic>
      <p:pic>
        <p:nvPicPr>
          <p:cNvPr id="10" name="图片 9" descr="文本&#10;&#10;描述已自动生成">
            <a:extLst>
              <a:ext uri="{FF2B5EF4-FFF2-40B4-BE49-F238E27FC236}">
                <a16:creationId xmlns:a16="http://schemas.microsoft.com/office/drawing/2014/main" id="{E49ED1E8-AACC-8EAB-D73B-1CD6BC0450F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839"/>
          <a:stretch/>
        </p:blipFill>
        <p:spPr>
          <a:xfrm>
            <a:off x="5989989" y="1506031"/>
            <a:ext cx="1912088" cy="113683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663C161-A4AD-4B80-AE1E-F0EBAC70E5C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4271578"/>
            <a:ext cx="4210120" cy="2368894"/>
          </a:xfrm>
          <a:prstGeom prst="rect">
            <a:avLst/>
          </a:prstGeom>
        </p:spPr>
      </p:pic>
      <p:pic>
        <p:nvPicPr>
          <p:cNvPr id="17" name="图片 16" descr="文本, 信件&#10;&#10;描述已自动生成">
            <a:extLst>
              <a:ext uri="{FF2B5EF4-FFF2-40B4-BE49-F238E27FC236}">
                <a16:creationId xmlns:a16="http://schemas.microsoft.com/office/drawing/2014/main" id="{F8CC5286-EBC9-EFA9-9B4E-5BEEE348EBF7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70"/>
          <a:stretch/>
        </p:blipFill>
        <p:spPr>
          <a:xfrm>
            <a:off x="7902077" y="2586421"/>
            <a:ext cx="1836943" cy="165338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EF604D7-F8D9-9466-5A32-A94A6883D42C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" t="-655" r="2098" b="-465"/>
          <a:stretch/>
        </p:blipFill>
        <p:spPr>
          <a:xfrm>
            <a:off x="7514538" y="4226973"/>
            <a:ext cx="4311550" cy="2413499"/>
          </a:xfrm>
          <a:prstGeom prst="rect">
            <a:avLst/>
          </a:prstGeom>
        </p:spPr>
      </p:pic>
      <p:pic>
        <p:nvPicPr>
          <p:cNvPr id="22" name="图片 21" descr="白板上写着字&#10;&#10;描述已自动生成">
            <a:extLst>
              <a:ext uri="{FF2B5EF4-FFF2-40B4-BE49-F238E27FC236}">
                <a16:creationId xmlns:a16="http://schemas.microsoft.com/office/drawing/2014/main" id="{362EF55B-61F0-19F2-3603-0C626AC1FCF3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26"/>
          <a:stretch/>
        </p:blipFill>
        <p:spPr>
          <a:xfrm rot="16200000">
            <a:off x="10309549" y="935500"/>
            <a:ext cx="914858" cy="205591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28FC918-E272-EF68-3277-C3B712386928}"/>
              </a:ext>
            </a:extLst>
          </p:cNvPr>
          <p:cNvSpPr txBox="1"/>
          <p:nvPr/>
        </p:nvSpPr>
        <p:spPr>
          <a:xfrm>
            <a:off x="3924354" y="2642864"/>
            <a:ext cx="3886828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Century Gothic" panose="020B0502020202020204" pitchFamily="34" charset="0"/>
                <a:ea typeface="微软雅黑" panose="020B0503020204020204" pitchFamily="34" charset="-122"/>
                <a:sym typeface="+mn-ea"/>
              </a:rPr>
              <a:t>走近社会，拥抱社会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BB3A4833-0964-62D6-DEBD-F5580A48C4B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3" r="11065"/>
          <a:stretch/>
        </p:blipFill>
        <p:spPr>
          <a:xfrm>
            <a:off x="4339339" y="4253688"/>
            <a:ext cx="3165316" cy="238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0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E604E99B-2E84-FE8E-C3B3-BCD7B834B884}"/>
              </a:ext>
            </a:extLst>
          </p:cNvPr>
          <p:cNvSpPr txBox="1"/>
          <p:nvPr/>
        </p:nvSpPr>
        <p:spPr>
          <a:xfrm>
            <a:off x="4228064" y="2912102"/>
            <a:ext cx="37518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5400" b="1" dirty="0">
                <a:solidFill>
                  <a:prstClr val="black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Arial"/>
                <a:ea typeface="微软雅黑"/>
                <a:sym typeface="Arial"/>
              </a:rPr>
              <a:t>未来展望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A1D9E00-42C0-6F20-DE3E-6A90F8118B86}"/>
              </a:ext>
            </a:extLst>
          </p:cNvPr>
          <p:cNvSpPr txBox="1"/>
          <p:nvPr/>
        </p:nvSpPr>
        <p:spPr>
          <a:xfrm>
            <a:off x="4676061" y="2207690"/>
            <a:ext cx="2855853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50000"/>
              </a:lnSpc>
            </a:pPr>
            <a:r>
              <a:rPr lang="en-US" altLang="zh-CN" sz="3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/>
              </a:rPr>
              <a:t>PART 04</a:t>
            </a:r>
            <a:endParaRPr lang="zh-CN" altLang="en-US" sz="36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3003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>
            <a:extLst>
              <a:ext uri="{FF2B5EF4-FFF2-40B4-BE49-F238E27FC236}">
                <a16:creationId xmlns:a16="http://schemas.microsoft.com/office/drawing/2014/main" id="{7C278A32-29C4-8831-0B36-D9E7185336E3}"/>
              </a:ext>
            </a:extLst>
          </p:cNvPr>
          <p:cNvSpPr txBox="1"/>
          <p:nvPr/>
        </p:nvSpPr>
        <p:spPr>
          <a:xfrm>
            <a:off x="953245" y="2204864"/>
            <a:ext cx="8812366" cy="2592288"/>
          </a:xfrm>
          <a:prstGeom prst="rect">
            <a:avLst/>
          </a:prstGeom>
          <a:noFill/>
          <a:ln>
            <a:solidFill>
              <a:srgbClr val="124A88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6" name="TextBox 24">
            <a:extLst>
              <a:ext uri="{FF2B5EF4-FFF2-40B4-BE49-F238E27FC236}">
                <a16:creationId xmlns:a16="http://schemas.microsoft.com/office/drawing/2014/main" id="{35E2C300-AF2F-25D3-86D2-4C402B8E5019}"/>
              </a:ext>
            </a:extLst>
          </p:cNvPr>
          <p:cNvSpPr txBox="1"/>
          <p:nvPr/>
        </p:nvSpPr>
        <p:spPr>
          <a:xfrm>
            <a:off x="5605639" y="2309078"/>
            <a:ext cx="4190159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/>
                <a:sym typeface="Arial"/>
              </a:rPr>
              <a:t>在学术课程方面扎实基础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微软雅黑"/>
              <a:sym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/>
                <a:sym typeface="Arial"/>
              </a:rPr>
              <a:t>在科研方面能够坚持探索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微软雅黑"/>
              <a:sym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/>
                <a:sym typeface="Arial"/>
              </a:rPr>
              <a:t>在不断的学习中找到自己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微软雅黑"/>
              <a:sym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/>
                <a:sym typeface="Arial"/>
              </a:rPr>
              <a:t>在仰望星空时也脚踏实地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63" name="TextBox 24">
            <a:extLst>
              <a:ext uri="{FF2B5EF4-FFF2-40B4-BE49-F238E27FC236}">
                <a16:creationId xmlns:a16="http://schemas.microsoft.com/office/drawing/2014/main" id="{78FB5745-6790-DA8A-55F0-10644CBFF988}"/>
              </a:ext>
            </a:extLst>
          </p:cNvPr>
          <p:cNvSpPr txBox="1"/>
          <p:nvPr/>
        </p:nvSpPr>
        <p:spPr>
          <a:xfrm>
            <a:off x="1559496" y="2309078"/>
            <a:ext cx="4190159" cy="2242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/>
                <a:sym typeface="Arial"/>
              </a:rPr>
              <a:t>工程计算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微软雅黑"/>
              <a:sym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/>
                <a:sym typeface="Arial"/>
              </a:rPr>
              <a:t>空间信息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微软雅黑"/>
              <a:sym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/>
                <a:sym typeface="Arial"/>
              </a:rPr>
              <a:t>图像处理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微软雅黑"/>
              <a:sym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/>
                <a:sym typeface="Arial"/>
              </a:rPr>
              <a:t>移动通信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64" name="TextBox 25">
            <a:extLst>
              <a:ext uri="{FF2B5EF4-FFF2-40B4-BE49-F238E27FC236}">
                <a16:creationId xmlns:a16="http://schemas.microsoft.com/office/drawing/2014/main" id="{D114C0CB-8D60-DD19-2A46-FA545F9DBA6A}"/>
              </a:ext>
            </a:extLst>
          </p:cNvPr>
          <p:cNvSpPr txBox="1"/>
          <p:nvPr/>
        </p:nvSpPr>
        <p:spPr>
          <a:xfrm>
            <a:off x="695400" y="548680"/>
            <a:ext cx="205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/>
              </a:rPr>
              <a:t>未来规划</a:t>
            </a:r>
            <a:endParaRPr lang="en-ID" sz="32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371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07368" y="2132856"/>
            <a:ext cx="10847916" cy="2303711"/>
          </a:xfrm>
        </p:spPr>
        <p:txBody>
          <a:bodyPr/>
          <a:lstStyle/>
          <a:p>
            <a:r>
              <a:rPr lang="en-US" altLang="zh-CN" sz="6000" dirty="0"/>
              <a:t>Thank You !</a:t>
            </a:r>
            <a:endParaRPr lang="zh-CN" altLang="en-US" sz="6000" dirty="0"/>
          </a:p>
        </p:txBody>
      </p:sp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4032251" y="5850258"/>
            <a:ext cx="40322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华中科技大学</a:t>
            </a:r>
            <a:endParaRPr lang="en-US" altLang="zh-CN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电子信息与通信学院</a:t>
            </a:r>
          </a:p>
        </p:txBody>
      </p:sp>
      <p:pic>
        <p:nvPicPr>
          <p:cNvPr id="6" name="图片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434" y="6019729"/>
            <a:ext cx="851817" cy="615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ED6C0D5-2DFA-399D-2B40-1AFA853B8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51743"/>
              </p:ext>
            </p:extLst>
          </p:nvPr>
        </p:nvGraphicFramePr>
        <p:xfrm>
          <a:off x="3728870" y="4077072"/>
          <a:ext cx="420491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4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99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提高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2101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59">
                <a:tc>
                  <a:txBody>
                    <a:bodyPr/>
                    <a:lstStyle/>
                    <a:p>
                      <a:pPr algn="ctr"/>
                      <a:endParaRPr lang="zh-CN" altLang="en-US" sz="2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992">
                <a:tc>
                  <a:txBody>
                    <a:bodyPr/>
                    <a:lstStyle/>
                    <a:p>
                      <a:pPr algn="ctr"/>
                      <a:endParaRPr lang="zh-CN" altLang="en-US" sz="2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472971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ixel 12">
    <a:dk1>
      <a:srgbClr val="000000"/>
    </a:dk1>
    <a:lt1>
      <a:srgbClr val="FFFFFF"/>
    </a:lt1>
    <a:dk2>
      <a:srgbClr val="000000"/>
    </a:dk2>
    <a:lt2>
      <a:srgbClr val="00007D"/>
    </a:lt2>
    <a:accent1>
      <a:srgbClr val="9999FF"/>
    </a:accent1>
    <a:accent2>
      <a:srgbClr val="9999CC"/>
    </a:accent2>
    <a:accent3>
      <a:srgbClr val="FFFFFF"/>
    </a:accent3>
    <a:accent4>
      <a:srgbClr val="000000"/>
    </a:accent4>
    <a:accent5>
      <a:srgbClr val="CACAFF"/>
    </a:accent5>
    <a:accent6>
      <a:srgbClr val="8A8AB9"/>
    </a:accent6>
    <a:hlink>
      <a:srgbClr val="666699"/>
    </a:hlink>
    <a:folHlink>
      <a:srgbClr val="CCCCE6"/>
    </a:folHlink>
  </a:clrScheme>
</a:themeOverride>
</file>

<file path=ppt/theme/themeOverride2.xml><?xml version="1.0" encoding="utf-8"?>
<a:themeOverride xmlns:a="http://schemas.openxmlformats.org/drawingml/2006/main">
  <a:clrScheme name="Pixel 12">
    <a:dk1>
      <a:srgbClr val="000000"/>
    </a:dk1>
    <a:lt1>
      <a:srgbClr val="FFFFFF"/>
    </a:lt1>
    <a:dk2>
      <a:srgbClr val="000000"/>
    </a:dk2>
    <a:lt2>
      <a:srgbClr val="00007D"/>
    </a:lt2>
    <a:accent1>
      <a:srgbClr val="9999FF"/>
    </a:accent1>
    <a:accent2>
      <a:srgbClr val="9999CC"/>
    </a:accent2>
    <a:accent3>
      <a:srgbClr val="FFFFFF"/>
    </a:accent3>
    <a:accent4>
      <a:srgbClr val="000000"/>
    </a:accent4>
    <a:accent5>
      <a:srgbClr val="CACAFF"/>
    </a:accent5>
    <a:accent6>
      <a:srgbClr val="8A8AB9"/>
    </a:accent6>
    <a:hlink>
      <a:srgbClr val="666699"/>
    </a:hlink>
    <a:folHlink>
      <a:srgbClr val="CCCCE6"/>
    </a:folHlink>
  </a:clrScheme>
</a:themeOverride>
</file>

<file path=ppt/theme/themeOverride3.xml><?xml version="1.0" encoding="utf-8"?>
<a:themeOverride xmlns:a="http://schemas.openxmlformats.org/drawingml/2006/main">
  <a:clrScheme name="Pixel 12">
    <a:dk1>
      <a:srgbClr val="000000"/>
    </a:dk1>
    <a:lt1>
      <a:srgbClr val="FFFFFF"/>
    </a:lt1>
    <a:dk2>
      <a:srgbClr val="000000"/>
    </a:dk2>
    <a:lt2>
      <a:srgbClr val="00007D"/>
    </a:lt2>
    <a:accent1>
      <a:srgbClr val="9999FF"/>
    </a:accent1>
    <a:accent2>
      <a:srgbClr val="9999CC"/>
    </a:accent2>
    <a:accent3>
      <a:srgbClr val="FFFFFF"/>
    </a:accent3>
    <a:accent4>
      <a:srgbClr val="000000"/>
    </a:accent4>
    <a:accent5>
      <a:srgbClr val="CACAFF"/>
    </a:accent5>
    <a:accent6>
      <a:srgbClr val="8A8AB9"/>
    </a:accent6>
    <a:hlink>
      <a:srgbClr val="666699"/>
    </a:hlink>
    <a:folHlink>
      <a:srgbClr val="CCCCE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1558</TotalTime>
  <Words>227</Words>
  <Application>Microsoft Office PowerPoint</Application>
  <PresentationFormat>宽屏</PresentationFormat>
  <Paragraphs>72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等线</vt:lpstr>
      <vt:lpstr>微软雅黑</vt:lpstr>
      <vt:lpstr>Arial</vt:lpstr>
      <vt:lpstr>Calibri</vt:lpstr>
      <vt:lpstr>Century Gothic</vt:lpstr>
      <vt:lpstr>Times New Roman</vt:lpstr>
      <vt:lpstr>Wingdings</vt:lpstr>
      <vt:lpstr>Pixel</vt:lpstr>
      <vt:lpstr>SIAT夏令营个人答辩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 !</vt:lpstr>
    </vt:vector>
  </TitlesOfParts>
  <Company>wliu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ELWG学期研发工作汇报模板</dc:title>
  <dc:creator>黑晓军</dc:creator>
  <cp:lastModifiedBy>象 幻</cp:lastModifiedBy>
  <cp:revision>804</cp:revision>
  <dcterms:created xsi:type="dcterms:W3CDTF">2006-05-03T02:09:52Z</dcterms:created>
  <dcterms:modified xsi:type="dcterms:W3CDTF">2024-08-14T17:17:37Z</dcterms:modified>
</cp:coreProperties>
</file>